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91595afe424315" /><Relationship Type="http://schemas.openxmlformats.org/officeDocument/2006/relationships/extended-properties" Target="/docProps/app.xml" Id="R4384a975fb204545" /><Relationship Type="http://schemas.openxmlformats.org/officeDocument/2006/relationships/officeDocument" Target="/ppt/presentation.xml" Id="R7fef7d6a0dcf469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ae67e2a04814cdd"/>
  </p:sldMasterIdLst>
  <p:notesMasterIdLst>
    <p:notesMasterId xmlns:r="http://schemas.openxmlformats.org/officeDocument/2006/relationships" r:id="R0b27e4a43f154f3b"/>
  </p:notesMasterIdLst>
  <p:sldIdLst>
    <p:sldId xmlns:r="http://schemas.openxmlformats.org/officeDocument/2006/relationships" id="256" r:id="R15e13d0805964b6e"/>
    <p:sldId xmlns:r="http://schemas.openxmlformats.org/officeDocument/2006/relationships" id="257" r:id="Rfa0e4530cef949ab"/>
    <p:sldId xmlns:r="http://schemas.openxmlformats.org/officeDocument/2006/relationships" id="258" r:id="R59ceacce83144d38"/>
    <p:sldId xmlns:r="http://schemas.openxmlformats.org/officeDocument/2006/relationships" id="259" r:id="Rea553c14620b47e2"/>
    <p:sldId xmlns:r="http://schemas.openxmlformats.org/officeDocument/2006/relationships" id="260" r:id="Rfade66e6cf02479b"/>
    <p:sldId xmlns:r="http://schemas.openxmlformats.org/officeDocument/2006/relationships" id="261" r:id="Rb60206605f464386"/>
    <p:sldId xmlns:r="http://schemas.openxmlformats.org/officeDocument/2006/relationships" id="262" r:id="R7a13d8325f314d15"/>
    <p:sldId xmlns:r="http://schemas.openxmlformats.org/officeDocument/2006/relationships" id="263" r:id="R90163aeb09fc493c"/>
    <p:sldId xmlns:r="http://schemas.openxmlformats.org/officeDocument/2006/relationships" id="264" r:id="Rd3ffebfb037d473e"/>
    <p:sldId xmlns:r="http://schemas.openxmlformats.org/officeDocument/2006/relationships" id="265" r:id="Ra6b468ac4b364f01"/>
    <p:sldId xmlns:r="http://schemas.openxmlformats.org/officeDocument/2006/relationships" id="266" r:id="R90a53ff71efc4aca"/>
    <p:sldId xmlns:r="http://schemas.openxmlformats.org/officeDocument/2006/relationships" id="267" r:id="R83f264a4034244dc"/>
    <p:sldId xmlns:r="http://schemas.openxmlformats.org/officeDocument/2006/relationships" id="268" r:id="R446b8e6d727a4bfb"/>
    <p:sldId xmlns:r="http://schemas.openxmlformats.org/officeDocument/2006/relationships" id="269" r:id="Rc917aee098ff4979"/>
    <p:sldId xmlns:r="http://schemas.openxmlformats.org/officeDocument/2006/relationships" id="270" r:id="R74840ff011624b25"/>
    <p:sldId xmlns:r="http://schemas.openxmlformats.org/officeDocument/2006/relationships" id="271" r:id="Rc423484a98b94d83"/>
    <p:sldId xmlns:r="http://schemas.openxmlformats.org/officeDocument/2006/relationships" id="272" r:id="R04fada8ca83e484c"/>
    <p:sldId xmlns:r="http://schemas.openxmlformats.org/officeDocument/2006/relationships" id="273" r:id="R21fbec8988f74e66"/>
  </p:sldIdLst>
  <p:sldSz cx="24384000" cy="13716000"/>
  <p:notesSz cx="6858000" cy="9144000"/>
  <p:embeddedFontLst>
    <p:embeddedFont>
      <p:font typeface="Helvetica Neue"/>
      <p:regular xmlns:r="http://schemas.openxmlformats.org/officeDocument/2006/relationships" r:id="Rb28dee0cb6574eb5"/>
      <p:bold xmlns:r="http://schemas.openxmlformats.org/officeDocument/2006/relationships" r:id="R75a86091bd514807"/>
      <p:italic xmlns:r="http://schemas.openxmlformats.org/officeDocument/2006/relationships" r:id="R473ea070d42a4a75"/>
      <p:boldItalic xmlns:r="http://schemas.openxmlformats.org/officeDocument/2006/relationships" r:id="R2683e67f02234d83"/>
    </p:embeddedFont>
    <p:embeddedFont>
      <p:font typeface="Manrope"/>
      <p:regular xmlns:r="http://schemas.openxmlformats.org/officeDocument/2006/relationships" r:id="R17fe4108c3d54511"/>
      <p:bold xmlns:r="http://schemas.openxmlformats.org/officeDocument/2006/relationships" r:id="R691c4ef123d0485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72EF37AD-4C2D-4FDF-A593-1AFF832C8FC9}">
  <a:tblStyle styleId="{72EF37AD-4C2D-4FDF-A593-1AFF832C8F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e3f6df5a614243" /><Relationship Type="http://schemas.openxmlformats.org/officeDocument/2006/relationships/slideMaster" Target="/ppt/slideMasters/slideMaster1.xml" Id="Rcae67e2a04814cdd" /><Relationship Type="http://schemas.openxmlformats.org/officeDocument/2006/relationships/notesMaster" Target="/ppt/notesMasters/notesMaster1.xml" Id="R0b27e4a43f154f3b" /><Relationship Type="http://schemas.openxmlformats.org/officeDocument/2006/relationships/presProps" Target="/ppt/presProps.xml" Id="Re1d7fd6bdc644c35" /><Relationship Type="http://schemas.openxmlformats.org/officeDocument/2006/relationships/viewProps" Target="/ppt/viewProps.xml" Id="R23f3d0b8678c4fbc" /><Relationship Type="http://schemas.openxmlformats.org/officeDocument/2006/relationships/tableStyles" Target="/ppt/tableStyles.xml" Id="Rc3d325687dfa4e2b" /><Relationship Type="http://schemas.openxmlformats.org/officeDocument/2006/relationships/font" Target="/ppt/fonts/font.dat" Id="Rb28dee0cb6574eb5" /><Relationship Type="http://schemas.openxmlformats.org/officeDocument/2006/relationships/font" Target="/ppt/fonts/font2.dat" Id="R75a86091bd514807" /><Relationship Type="http://schemas.openxmlformats.org/officeDocument/2006/relationships/font" Target="/ppt/fonts/font3.dat" Id="R473ea070d42a4a75" /><Relationship Type="http://schemas.openxmlformats.org/officeDocument/2006/relationships/font" Target="/ppt/fonts/font4.dat" Id="R2683e67f02234d83" /><Relationship Type="http://schemas.openxmlformats.org/officeDocument/2006/relationships/font" Target="/ppt/fonts/font5.dat" Id="R17fe4108c3d54511" /><Relationship Type="http://schemas.openxmlformats.org/officeDocument/2006/relationships/font" Target="/ppt/fonts/font6.dat" Id="R691c4ef123d0485e" /><Relationship Type="http://schemas.openxmlformats.org/officeDocument/2006/relationships/slide" Target="/ppt/slides/slide1.xml" Id="R15e13d0805964b6e" /><Relationship Type="http://schemas.openxmlformats.org/officeDocument/2006/relationships/slide" Target="/ppt/slides/slide2.xml" Id="Rfa0e4530cef949ab" /><Relationship Type="http://schemas.openxmlformats.org/officeDocument/2006/relationships/slide" Target="/ppt/slides/slide3.xml" Id="R59ceacce83144d38" /><Relationship Type="http://schemas.openxmlformats.org/officeDocument/2006/relationships/slide" Target="/ppt/slides/slide4.xml" Id="Rea553c14620b47e2" /><Relationship Type="http://schemas.openxmlformats.org/officeDocument/2006/relationships/slide" Target="/ppt/slides/slide5.xml" Id="Rfade66e6cf02479b" /><Relationship Type="http://schemas.openxmlformats.org/officeDocument/2006/relationships/slide" Target="/ppt/slides/slide6.xml" Id="Rb60206605f464386" /><Relationship Type="http://schemas.openxmlformats.org/officeDocument/2006/relationships/slide" Target="/ppt/slides/slide7.xml" Id="R7a13d8325f314d15" /><Relationship Type="http://schemas.openxmlformats.org/officeDocument/2006/relationships/slide" Target="/ppt/slides/slide8.xml" Id="R90163aeb09fc493c" /><Relationship Type="http://schemas.openxmlformats.org/officeDocument/2006/relationships/slide" Target="/ppt/slides/slide9.xml" Id="Rd3ffebfb037d473e" /><Relationship Type="http://schemas.openxmlformats.org/officeDocument/2006/relationships/slide" Target="/ppt/slides/slide10.xml" Id="Ra6b468ac4b364f01" /><Relationship Type="http://schemas.openxmlformats.org/officeDocument/2006/relationships/slide" Target="/ppt/slides/slide11.xml" Id="R90a53ff71efc4aca" /><Relationship Type="http://schemas.openxmlformats.org/officeDocument/2006/relationships/slide" Target="/ppt/slides/slide12.xml" Id="R83f264a4034244dc" /><Relationship Type="http://schemas.openxmlformats.org/officeDocument/2006/relationships/slide" Target="/ppt/slides/slide13.xml" Id="R446b8e6d727a4bfb" /><Relationship Type="http://schemas.openxmlformats.org/officeDocument/2006/relationships/slide" Target="/ppt/slides/slide14.xml" Id="Rc917aee098ff4979" /><Relationship Type="http://schemas.openxmlformats.org/officeDocument/2006/relationships/slide" Target="/ppt/slides/slide15.xml" Id="R74840ff011624b25" /><Relationship Type="http://schemas.openxmlformats.org/officeDocument/2006/relationships/slide" Target="/ppt/slides/slide16.xml" Id="Rc423484a98b94d83" /><Relationship Type="http://schemas.openxmlformats.org/officeDocument/2006/relationships/slide" Target="/ppt/slides/slide17.xml" Id="R04fada8ca83e484c" /><Relationship Type="http://schemas.openxmlformats.org/officeDocument/2006/relationships/slide" Target="/ppt/slides/slide18.xml" Id="R21fbec8988f74e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80401a8a6b4e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f106ff0a534c4b" /><Relationship Type="http://schemas.openxmlformats.org/officeDocument/2006/relationships/notesMaster" Target="/ppt/notesMasters/notesMaster1.xml" Id="Rb0a32dc5d22045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8502d29af24d30" /><Relationship Type="http://schemas.openxmlformats.org/officeDocument/2006/relationships/notesMaster" Target="/ppt/notesMasters/notesMaster1.xml" Id="R72d61d3404b449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19a2a03d8d4c61" /><Relationship Type="http://schemas.openxmlformats.org/officeDocument/2006/relationships/notesMaster" Target="/ppt/notesMasters/notesMaster1.xml" Id="Rcf68ce72bc5c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b6752258e24e6f" /><Relationship Type="http://schemas.openxmlformats.org/officeDocument/2006/relationships/notesMaster" Target="/ppt/notesMasters/notesMaster1.xml" Id="R226b99ff7fc945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02058b57694bc3" /><Relationship Type="http://schemas.openxmlformats.org/officeDocument/2006/relationships/notesMaster" Target="/ppt/notesMasters/notesMaster1.xml" Id="R3a35f74cb79f4a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47ea765f314645" /><Relationship Type="http://schemas.openxmlformats.org/officeDocument/2006/relationships/notesMaster" Target="/ppt/notesMasters/notesMaster1.xml" Id="R41973c63ab9f47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f853a69c054ca0" /><Relationship Type="http://schemas.openxmlformats.org/officeDocument/2006/relationships/notesMaster" Target="/ppt/notesMasters/notesMaster1.xml" Id="R0e9d9600868542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ef3225ccbe4f05" /><Relationship Type="http://schemas.openxmlformats.org/officeDocument/2006/relationships/notesMaster" Target="/ppt/notesMasters/notesMaster1.xml" Id="Rbfee0719a4414e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7d305fabb04369" /><Relationship Type="http://schemas.openxmlformats.org/officeDocument/2006/relationships/notesMaster" Target="/ppt/notesMasters/notesMaster1.xml" Id="Rf6cdf1720e5d4c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940a8d98874172" /><Relationship Type="http://schemas.openxmlformats.org/officeDocument/2006/relationships/notesMaster" Target="/ppt/notesMasters/notesMaster1.xml" Id="Ra8a01f2d365644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4a6b1516e8473a" /><Relationship Type="http://schemas.openxmlformats.org/officeDocument/2006/relationships/notesMaster" Target="/ppt/notesMasters/notesMaster1.xml" Id="R012e0a00d7b64e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e38dbc21974adc" /><Relationship Type="http://schemas.openxmlformats.org/officeDocument/2006/relationships/notesMaster" Target="/ppt/notesMasters/notesMaster1.xml" Id="R9f168a2acfb94c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9631b9bdde4578" /><Relationship Type="http://schemas.openxmlformats.org/officeDocument/2006/relationships/notesMaster" Target="/ppt/notesMasters/notesMaster1.xml" Id="Rebc144a568654b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7f2e9880bd4a00" /><Relationship Type="http://schemas.openxmlformats.org/officeDocument/2006/relationships/notesMaster" Target="/ppt/notesMasters/notesMaster1.xml" Id="Rf854b9a4bb984b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5c8ded109c41d6" /><Relationship Type="http://schemas.openxmlformats.org/officeDocument/2006/relationships/notesMaster" Target="/ppt/notesMasters/notesMaster1.xml" Id="R4851500db94b4c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c78d9023e24bfe" /><Relationship Type="http://schemas.openxmlformats.org/officeDocument/2006/relationships/notesMaster" Target="/ppt/notesMasters/notesMaster1.xml" Id="Rfa21a53fa92c49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291d664a0846d0" /><Relationship Type="http://schemas.openxmlformats.org/officeDocument/2006/relationships/notesMaster" Target="/ppt/notesMasters/notesMaster1.xml" Id="Ra2415b25fc514e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6af25d6ebe4246" /><Relationship Type="http://schemas.openxmlformats.org/officeDocument/2006/relationships/notesMaster" Target="/ppt/notesMasters/notesMaster1.xml" Id="R539d5adf669d41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2 мин. Цель практики — не собрать красивые промпты, а улучшить конкретные артефакты Практики 1 шестью различимыми техниками.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2 мин. Коротко представьтесь; свяжите инженерные эксперименты с необходимостью проверять наблюдаемый результат.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User-authored slide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мин. Попросите открыть каталог practice_01 и выбрать один слабый файл. Отдельного сводного ответа студенты не сдают.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мин. Покажите структуру practice_02: общий prompts.md и шесть каталогов, в каждом отдельный experiment.md.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2 мин. Покажите таймбоксы. Каждый эксперимент обязан закончиться изменением реального файла Практики 1.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3 мин. На технику — шесть минут: заполнить вход и запрос, выполнить, сохранить краткий результат, внести правку и назвать проверку.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мин. Попросите сначала показать слабый запрос. Это контрольная точка, а не пример для копирования.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practices/practice_02/prompts.md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мин. Разберите хороший запрос по наблюдаемым частям: контекст, задача, формат, ограничения и проверка.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practices/practice_02/rctf/experiment.md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36 мин на слайды 9–14. Переключайте технику каждые шесть минут. В prompts.md нужна строка со ссылкой на файл и раздел Практики 1.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Покажите, что итоговое задание агенту ограничивает scope, доступные файлы, запрещённые действия и формат результата.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practices/practice_02/rctf/experiment.md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результата потребуйте минимум три сценария: основной, ошибка входа и ограничение или отказ.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practices/practice_02/chain_of_verification/experiment.md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 Chain of Verification сохраняются вопросы проверки, evidence и исправленный результат, а не скрытые рассуждения модели.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practices/practice_02/chain_of_verification/experiment.md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Каждый критерий свяжите с наблюдаемым evidence: строкой diff, источником правила, командой или ожидаемой остановкой.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practices/practice_02/prompts.md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 ReAct заранее ограничьте разрешённые действия, число шагов и stop condition. Доступ ко всему репозиторию не является техникой.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practices/practice_02/react/experiment.md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15 мин. Другая команда ищет одну двусмысленность, одно непроверяемое требование и один пропущенный риск или источник.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3 мин. Дома завершаются семь файлов Практики 2, связанные артефакты Практики 1 и три замечания независимой команды.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3 мин. Покажите 10 баллов: оцениваются различимость техник, ссылки на реальные изменения и evidence, а не объём текста.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Live course criteria, page 954816231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 мин. Exit ticket: попросите назвать технику, конкретный изменённый файл Практики 1 и способ проверить изменение.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6f120aadb4a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4fbb8c1fa4b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970949df543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1465707774f93" /><Relationship Type="http://schemas.openxmlformats.org/officeDocument/2006/relationships/image" Target="/ppt/media/image2.png" Id="R14348587c5294ce9" /><Relationship Type="http://schemas.openxmlformats.org/officeDocument/2006/relationships/image" Target="/ppt/media/image3.png" Id="Rc7f7ff48614048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b8c8a9d774b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9c51f61a1430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d9d9e9ff34454" /><Relationship Type="http://schemas.openxmlformats.org/officeDocument/2006/relationships/image" Target="/ppt/media/image4.png" Id="R2fe027c2bcd64ab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69a847e3c4d6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339736a5745d2" /><Relationship Type="http://schemas.openxmlformats.org/officeDocument/2006/relationships/image" Target="/ppt/media/image4.png" Id="R034a4b7e292048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7b6e4def8485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d7592c14b4cb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1e3cbbd0d47e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03d23c5d54ee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447f95979461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e9e8eb1cd4eb8" /></Relationships>
</file>

<file path=ppt/slideLayouts/slideLayout1.xml><?xml version="1.0" encoding="utf-8"?>
<p:sldLayout xmlns:p="http://schemas.openxmlformats.org/presentationml/2006/main" showMasterSp="0" matchingName="титульник">
  <p:cSld name="титульник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2">
            <a:extLst xmlns:a="http://schemas.openxmlformats.org/drawingml/2006/main">
              <a:ext uri="{FF2B5EF4-FFF2-40B4-BE49-F238E27FC236}">
                <a16:creationId xmlns:a16="http://schemas.microsoft.com/office/drawing/2014/main" id="{0E0AFF45-60CB-4824-902A-94E927502B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335" y="2475529"/>
            <a:ext cx="10804653" cy="1802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7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0"/>
              <a:buFont typeface="Helvetica Neue"/>
              <a:buNone/>
              <a:defRPr sz="16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22">
            <a:extLst xmlns:a="http://schemas.openxmlformats.org/drawingml/2006/main">
              <a:ext uri="{FF2B5EF4-FFF2-40B4-BE49-F238E27FC236}">
                <a16:creationId xmlns:a16="http://schemas.microsoft.com/office/drawing/2014/main" id="{E353518F-EC7F-47A1-AE0D-FFC1EB6BE2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80" y="12471411"/>
            <a:ext cx="6436668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defRPr sz="36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22">
            <a:extLst xmlns:a="http://schemas.openxmlformats.org/drawingml/2006/main">
              <a:ext uri="{FF2B5EF4-FFF2-40B4-BE49-F238E27FC236}">
                <a16:creationId xmlns:a16="http://schemas.microsoft.com/office/drawing/2014/main" id="{1328B1F0-3FC5-4F8B-B3F8-3FA75754B41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209645" y="12471411"/>
            <a:ext cx="6436669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defRPr sz="36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22">
            <a:extLst xmlns:a="http://schemas.openxmlformats.org/drawingml/2006/main">
              <a:ext uri="{FF2B5EF4-FFF2-40B4-BE49-F238E27FC236}">
                <a16:creationId xmlns:a16="http://schemas.microsoft.com/office/drawing/2014/main" id="{57CF632B-FF2C-445B-BF55-5F6FE117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243" y="691163"/>
            <a:ext cx="1205458" cy="471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</a:pPr>
            <a:r>
              <a:rPr sz="24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Москва</a:t>
            </a:r>
          </a:p>
        </p:txBody>
      </p:sp>
      <p:sp>
        <p:nvSpPr>
          <p:cNvPr id="14" name="Google Shape;14;p22">
            <a:extLst xmlns:a="http://schemas.openxmlformats.org/drawingml/2006/main">
              <a:ext uri="{FF2B5EF4-FFF2-40B4-BE49-F238E27FC236}">
                <a16:creationId xmlns:a16="http://schemas.microsoft.com/office/drawing/2014/main" id="{0E3F1C4C-F667-4FC3-8608-9D425555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240" y="691163"/>
            <a:ext cx="788677" cy="471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</a:pPr>
            <a:r>
              <a:rPr sz="24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2024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содержание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3">
            <a:extLst xmlns:a="http://schemas.openxmlformats.org/drawingml/2006/main">
              <a:ext uri="{FF2B5EF4-FFF2-40B4-BE49-F238E27FC236}">
                <a16:creationId xmlns:a16="http://schemas.microsoft.com/office/drawing/2014/main" id="{B4D486B9-3DA5-4D6F-B589-A943BB5EBE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7" name="Google Shape;17;p23">
            <a:extLst xmlns:a="http://schemas.openxmlformats.org/drawingml/2006/main">
              <a:ext uri="{FF2B5EF4-FFF2-40B4-BE49-F238E27FC236}">
                <a16:creationId xmlns:a16="http://schemas.microsoft.com/office/drawing/2014/main" id="{2A1C01FA-0BFB-4464-8C9B-AF9C5E7DF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95641" y="9360409"/>
            <a:ext cx="5582909" cy="2294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23">
            <a:extLst xmlns:a="http://schemas.openxmlformats.org/drawingml/2006/main">
              <a:ext uri="{FF2B5EF4-FFF2-40B4-BE49-F238E27FC236}">
                <a16:creationId xmlns:a16="http://schemas.microsoft.com/office/drawing/2014/main" id="{A76CE2D0-EF18-4C06-A678-E24E8A783D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8205450" y="9339751"/>
            <a:ext cx="5543550" cy="156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23">
            <a:extLst xmlns:a="http://schemas.openxmlformats.org/drawingml/2006/main">
              <a:ext uri="{FF2B5EF4-FFF2-40B4-BE49-F238E27FC236}">
                <a16:creationId xmlns:a16="http://schemas.microsoft.com/office/drawing/2014/main" id="{B095A7AE-4587-4FFE-A878-6AE2470802B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5641" y="2424356"/>
            <a:ext cx="18080591" cy="369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  <a:defRPr sz="19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текст и изображение копия">
  <p:cSld name="текст и изображение копи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88">
            <a:extLst xmlns:a="http://schemas.openxmlformats.org/drawingml/2006/main">
              <a:ext uri="{FF2B5EF4-FFF2-40B4-BE49-F238E27FC236}">
                <a16:creationId xmlns:a16="http://schemas.microsoft.com/office/drawing/2014/main" id="{91DD1F82-20C3-4635-9B1C-936972E80F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2" name="Google Shape;22;p88">
            <a:extLst xmlns:a="http://schemas.openxmlformats.org/drawingml/2006/main">
              <a:ext uri="{FF2B5EF4-FFF2-40B4-BE49-F238E27FC236}">
                <a16:creationId xmlns:a16="http://schemas.microsoft.com/office/drawing/2014/main" id="{4536CAB6-E0C1-4DB8-9186-E1039E2B7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2068" y="4952107"/>
            <a:ext cx="7708347" cy="1818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88">
            <a:extLst xmlns:a="http://schemas.openxmlformats.org/drawingml/2006/main">
              <a:ext uri="{FF2B5EF4-FFF2-40B4-BE49-F238E27FC236}">
                <a16:creationId xmlns:a16="http://schemas.microsoft.com/office/drawing/2014/main" id="{69C540D2-7936-48BD-B5C3-46CB1425E3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284" y="3255533"/>
            <a:ext cx="3759184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88">
            <a:extLst xmlns:a="http://schemas.openxmlformats.org/drawingml/2006/main">
              <a:ext uri="{FF2B5EF4-FFF2-40B4-BE49-F238E27FC236}">
                <a16:creationId xmlns:a16="http://schemas.microsoft.com/office/drawing/2014/main" id="{2742AE08-05DF-405B-BA05-80526DEFA70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8488" y="1632577"/>
            <a:ext cx="4793019" cy="920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88">
            <a:extLst xmlns:a="http://schemas.openxmlformats.org/drawingml/2006/main">
              <a:ext uri="{FF2B5EF4-FFF2-40B4-BE49-F238E27FC236}">
                <a16:creationId xmlns:a16="http://schemas.microsoft.com/office/drawing/2014/main" id="{1FEB1625-2175-4F56-8D0E-2F68635BA953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12336463" y="1632578"/>
            <a:ext cx="11412538" cy="11383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.xml><?xml version="1.0" encoding="utf-8"?>
<p:sldLayout xmlns:p="http://schemas.openxmlformats.org/presentationml/2006/main" matchingName="Важная информация">
  <p:cSld name="BIG_NUMBER_1_1_1_1">
    <p:bg>
      <p:bgPr>
        <a:solidFill xmlns:a="http://schemas.openxmlformats.org/drawingml/2006/main">
          <a:srgbClr val="FF5C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g3aab872a610_1_2153">
            <a:extLst xmlns:a="http://schemas.openxmlformats.org/drawingml/2006/main">
              <a:ext uri="{FF2B5EF4-FFF2-40B4-BE49-F238E27FC236}">
                <a16:creationId xmlns:a16="http://schemas.microsoft.com/office/drawing/2014/main" id="{B5C6F82A-96C5-43D5-8E13-DF68C4470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517645"/>
            <a:ext cx="1463100" cy="104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8" name="Google Shape;28;g3aab872a610_1_2153">
            <a:extLst xmlns:a="http://schemas.openxmlformats.org/drawingml/2006/main">
              <a:ext uri="{FF2B5EF4-FFF2-40B4-BE49-F238E27FC236}">
                <a16:creationId xmlns:a16="http://schemas.microsoft.com/office/drawing/2014/main" id="{BE2DFCBC-4A9F-4CB5-B61E-A1B6FE6460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33067" y="6725133"/>
            <a:ext cx="18043200" cy="104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pic>
        <p:nvPicPr>
          <p:cNvPr id="36" name="Google Shape;29;g3aab872a610_1_21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348587c5294c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095267" y="1731965"/>
            <a:ext cx="12288733" cy="119840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7" name="Google Shape;30;g3aab872a610_1_21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f7ff48614048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5067" y="901533"/>
            <a:ext cx="4377101" cy="2899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g3aab872a610_1_2153">
            <a:extLst xmlns:a="http://schemas.openxmlformats.org/drawingml/2006/main">
              <a:ext uri="{FF2B5EF4-FFF2-40B4-BE49-F238E27FC236}">
                <a16:creationId xmlns:a16="http://schemas.microsoft.com/office/drawing/2014/main" id="{65B6680D-CCDF-4822-AF29-3EA648A8A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2133" y="1120533"/>
            <a:ext cx="22924800" cy="16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t">
            <a:noAutofit/>
          </a:bodyPr>
          <a:lstStyle xmlns:a="http://schemas.openxmlformats.org/drawingml/2006/main">
            <a:lvl1pPr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титульник раз">
  <p:cSld name="титульник раз">
    <p:bg>
      <p:bgPr>
        <a:solidFill xmlns:a="http://schemas.openxmlformats.org/drawingml/2006/main">
          <a:srgbClr val="C4FD7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24">
            <a:extLst xmlns:a="http://schemas.openxmlformats.org/drawingml/2006/main">
              <a:ext uri="{FF2B5EF4-FFF2-40B4-BE49-F238E27FC236}">
                <a16:creationId xmlns:a16="http://schemas.microsoft.com/office/drawing/2014/main" id="{D09B10E1-13B7-4AEE-98D4-C185951FA0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98488" y="2699995"/>
            <a:ext cx="11151007" cy="290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8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Helvetica Neue"/>
              <a:buNone/>
              <a:defRPr sz="13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24">
            <a:extLst xmlns:a="http://schemas.openxmlformats.org/drawingml/2006/main">
              <a:ext uri="{FF2B5EF4-FFF2-40B4-BE49-F238E27FC236}">
                <a16:creationId xmlns:a16="http://schemas.microsoft.com/office/drawing/2014/main" id="{FB853E99-3D17-4FB0-8E3E-EF92AF5244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большие цифры 3 столбца копия 1">
  <p:cSld name="большие цифры 3 столбца копия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31">
            <a:extLst xmlns:a="http://schemas.openxmlformats.org/drawingml/2006/main">
              <a:ext uri="{FF2B5EF4-FFF2-40B4-BE49-F238E27FC236}">
                <a16:creationId xmlns:a16="http://schemas.microsoft.com/office/drawing/2014/main" id="{62C16C75-5D9D-4373-942D-1878CC3D2E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7" name="Google Shape;37;p31">
            <a:extLst xmlns:a="http://schemas.openxmlformats.org/drawingml/2006/main">
              <a:ext uri="{FF2B5EF4-FFF2-40B4-BE49-F238E27FC236}">
                <a16:creationId xmlns:a16="http://schemas.microsoft.com/office/drawing/2014/main" id="{8CC5C1CE-E4EC-4043-B225-0EC8F01140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9116" y="1622350"/>
            <a:ext cx="12610406" cy="1676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31">
            <a:extLst xmlns:a="http://schemas.openxmlformats.org/drawingml/2006/main">
              <a:ext uri="{FF2B5EF4-FFF2-40B4-BE49-F238E27FC236}">
                <a16:creationId xmlns:a16="http://schemas.microsoft.com/office/drawing/2014/main" id="{E3E9FE21-CD0D-48F7-9430-823009B909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5237" y="9569323"/>
            <a:ext cx="5770700" cy="1818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31">
            <a:extLst xmlns:a="http://schemas.openxmlformats.org/drawingml/2006/main">
              <a:ext uri="{FF2B5EF4-FFF2-40B4-BE49-F238E27FC236}">
                <a16:creationId xmlns:a16="http://schemas.microsoft.com/office/drawing/2014/main" id="{BE261C9E-9E46-44AE-A31A-6FB8B028656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9121148" y="9552390"/>
            <a:ext cx="5770700" cy="138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31">
            <a:extLst xmlns:a="http://schemas.openxmlformats.org/drawingml/2006/main">
              <a:ext uri="{FF2B5EF4-FFF2-40B4-BE49-F238E27FC236}">
                <a16:creationId xmlns:a16="http://schemas.microsoft.com/office/drawing/2014/main" id="{EA7F516C-D919-4A0A-A8EB-7393E69D35C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17859283" y="9560935"/>
            <a:ext cx="5639976" cy="955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1" name="Google Shape;41;p31">
            <a:extLst xmlns:a="http://schemas.openxmlformats.org/drawingml/2006/main">
              <a:ext uri="{FF2B5EF4-FFF2-40B4-BE49-F238E27FC236}">
                <a16:creationId xmlns:a16="http://schemas.microsoft.com/office/drawing/2014/main" id="{CFB8907E-2531-4129-AD53-FDEA441AF78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82566" y="5915475"/>
            <a:ext cx="5595984" cy="1817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652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  <a:defRPr sz="19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31">
            <a:extLst xmlns:a="http://schemas.openxmlformats.org/drawingml/2006/main">
              <a:ext uri="{FF2B5EF4-FFF2-40B4-BE49-F238E27FC236}">
                <a16:creationId xmlns:a16="http://schemas.microsoft.com/office/drawing/2014/main" id="{2D51F17B-F26D-46B9-A316-438964DE3CF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9148886" y="5915475"/>
            <a:ext cx="5345535" cy="1817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652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  <a:defRPr sz="19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31">
            <a:extLst xmlns:a="http://schemas.openxmlformats.org/drawingml/2006/main">
              <a:ext uri="{FF2B5EF4-FFF2-40B4-BE49-F238E27FC236}">
                <a16:creationId xmlns:a16="http://schemas.microsoft.com/office/drawing/2014/main" id="{D5BB83A8-DB35-4D08-8318-F44E4758C53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17799112" y="5915475"/>
            <a:ext cx="5901840" cy="1817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652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  <a:defRPr sz="19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31">
            <a:extLst xmlns:a="http://schemas.openxmlformats.org/drawingml/2006/main">
              <a:ext uri="{FF2B5EF4-FFF2-40B4-BE49-F238E27FC236}">
                <a16:creationId xmlns:a16="http://schemas.microsoft.com/office/drawing/2014/main" id="{44B744BF-2831-49EA-9C6D-DAEE5F2AD512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14451" y="7906913"/>
            <a:ext cx="5357878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31">
            <a:extLst xmlns:a="http://schemas.openxmlformats.org/drawingml/2006/main">
              <a:ext uri="{FF2B5EF4-FFF2-40B4-BE49-F238E27FC236}">
                <a16:creationId xmlns:a16="http://schemas.microsoft.com/office/drawing/2014/main" id="{6867A91B-FDFC-4A72-ABD1-2B38DA35CF99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9136543" y="7889980"/>
            <a:ext cx="5357878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31">
            <a:extLst xmlns:a="http://schemas.openxmlformats.org/drawingml/2006/main">
              <a:ext uri="{FF2B5EF4-FFF2-40B4-BE49-F238E27FC236}">
                <a16:creationId xmlns:a16="http://schemas.microsoft.com/office/drawing/2014/main" id="{860F740C-551D-4820-B7FA-C3BA5E4A34B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7816943" y="7906913"/>
            <a:ext cx="5357878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31">
            <a:extLst xmlns:a="http://schemas.openxmlformats.org/drawingml/2006/main">
              <a:ext uri="{FF2B5EF4-FFF2-40B4-BE49-F238E27FC236}">
                <a16:creationId xmlns:a16="http://schemas.microsoft.com/office/drawing/2014/main" id="{5C6ACCB1-1141-4762-BF89-C56E5EA2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9" y="5352038"/>
            <a:ext cx="102657" cy="471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пустой слайд копия">
  <p:cSld name="пустой слайд копия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28">
            <a:extLst xmlns:a="http://schemas.openxmlformats.org/drawingml/2006/main">
              <a:ext uri="{FF2B5EF4-FFF2-40B4-BE49-F238E27FC236}">
                <a16:creationId xmlns:a16="http://schemas.microsoft.com/office/drawing/2014/main" id="{F089C5FB-5CB8-447E-8562-7F364CC0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4" y="725175"/>
            <a:ext cx="25362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sz="20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Москва | 2024</a:t>
            </a:r>
            <a:endParaRPr sz="1000" b="1" i="0" u="none" cap="none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0" name="Google Shape;50;p28">
            <a:extLst xmlns:a="http://schemas.openxmlformats.org/drawingml/2006/main">
              <a:ext uri="{FF2B5EF4-FFF2-40B4-BE49-F238E27FC236}">
                <a16:creationId xmlns:a16="http://schemas.microsoft.com/office/drawing/2014/main" id="{7D51A13F-78CF-4568-AC7D-C4CCB3456C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4" name="Google Shape;51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e027c2bcd64a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7975" y="769625"/>
            <a:ext cx="1865324" cy="321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большой список">
  <p:cSld name="большой спис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30">
            <a:extLst xmlns:a="http://schemas.openxmlformats.org/drawingml/2006/main">
              <a:ext uri="{FF2B5EF4-FFF2-40B4-BE49-F238E27FC236}">
                <a16:creationId xmlns:a16="http://schemas.microsoft.com/office/drawing/2014/main" id="{F89773D3-670F-4B8F-8B6C-275AB2093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4451" y="1633686"/>
            <a:ext cx="9629311" cy="920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4" name="Google Shape;54;p30">
            <a:extLst xmlns:a="http://schemas.openxmlformats.org/drawingml/2006/main">
              <a:ext uri="{FF2B5EF4-FFF2-40B4-BE49-F238E27FC236}">
                <a16:creationId xmlns:a16="http://schemas.microsoft.com/office/drawing/2014/main" id="{F51711DA-7C42-4325-AF7C-8F274E7D1C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283011" y="6261746"/>
            <a:ext cx="7950745" cy="2432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30">
            <a:extLst xmlns:a="http://schemas.openxmlformats.org/drawingml/2006/main">
              <a:ext uri="{FF2B5EF4-FFF2-40B4-BE49-F238E27FC236}">
                <a16:creationId xmlns:a16="http://schemas.microsoft.com/office/drawing/2014/main" id="{DB4820BA-E3DA-450F-A9E4-AD0AF542C09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773541" y="6401348"/>
            <a:ext cx="1535562" cy="1848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6" name="Google Shape;56;p30">
            <a:extLst xmlns:a="http://schemas.openxmlformats.org/drawingml/2006/main">
              <a:ext uri="{FF2B5EF4-FFF2-40B4-BE49-F238E27FC236}">
                <a16:creationId xmlns:a16="http://schemas.microsoft.com/office/drawing/2014/main" id="{D2DD1872-C976-4F35-9A42-40A512FB7ED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283011" y="9359308"/>
            <a:ext cx="7950745" cy="2432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30">
            <a:extLst xmlns:a="http://schemas.openxmlformats.org/drawingml/2006/main">
              <a:ext uri="{FF2B5EF4-FFF2-40B4-BE49-F238E27FC236}">
                <a16:creationId xmlns:a16="http://schemas.microsoft.com/office/drawing/2014/main" id="{863A1DDF-5D43-4E4D-8D4F-D1C0B5797515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744317" y="9498192"/>
            <a:ext cx="1773836" cy="1994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8" name="Google Shape;58;p30">
            <a:extLst xmlns:a="http://schemas.openxmlformats.org/drawingml/2006/main">
              <a:ext uri="{FF2B5EF4-FFF2-40B4-BE49-F238E27FC236}">
                <a16:creationId xmlns:a16="http://schemas.microsoft.com/office/drawing/2014/main" id="{3E4EA798-492E-40B9-BCEC-A4593E3EC7EB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12534754" y="6172786"/>
            <a:ext cx="2574088" cy="2356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9" name="Google Shape;59;p30">
            <a:extLst xmlns:a="http://schemas.openxmlformats.org/drawingml/2006/main">
              <a:ext uri="{FF2B5EF4-FFF2-40B4-BE49-F238E27FC236}">
                <a16:creationId xmlns:a16="http://schemas.microsoft.com/office/drawing/2014/main" id="{E26864C6-032D-43FC-A88C-EB47E7218EF6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15001174" y="6293292"/>
            <a:ext cx="7571013" cy="2432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30">
            <a:extLst xmlns:a="http://schemas.openxmlformats.org/drawingml/2006/main">
              <a:ext uri="{FF2B5EF4-FFF2-40B4-BE49-F238E27FC236}">
                <a16:creationId xmlns:a16="http://schemas.microsoft.com/office/drawing/2014/main" id="{41837ED4-E4F7-43CF-BE93-20A1905D38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заключительный">
  <p:cSld name="заключительный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36">
            <a:extLst xmlns:a="http://schemas.openxmlformats.org/drawingml/2006/main">
              <a:ext uri="{FF2B5EF4-FFF2-40B4-BE49-F238E27FC236}">
                <a16:creationId xmlns:a16="http://schemas.microsoft.com/office/drawing/2014/main" id="{9B07A5CB-A4F9-4132-8627-85FDCBC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47" y="9203874"/>
            <a:ext cx="1280369" cy="1419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0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dist="243022" dir="2741011" rotWithShape="0">
              <a:srgbClr val="FFFFFF"/>
            </a:outerShdw>
          </a:effectLst>
        </p:spPr>
        <p:txBody>
          <a:bodyPr xmlns:a="http://schemas.openxmlformats.org/drawingml/2006/main" spcFirstLastPara="1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508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508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3" name="Google Shape;63;p36">
            <a:extLst xmlns:a="http://schemas.openxmlformats.org/drawingml/2006/main">
              <a:ext uri="{FF2B5EF4-FFF2-40B4-BE49-F238E27FC236}">
                <a16:creationId xmlns:a16="http://schemas.microsoft.com/office/drawing/2014/main" id="{1C88D1FF-944A-4A1D-BB77-B601F275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25" y="11367438"/>
            <a:ext cx="1280369" cy="1419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0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dist="243022" dir="2741011" rotWithShape="0">
              <a:srgbClr val="FFFFFF"/>
            </a:outerShdw>
          </a:effectLst>
        </p:spPr>
        <p:txBody>
          <a:bodyPr xmlns:a="http://schemas.openxmlformats.org/drawingml/2006/main" spcFirstLastPara="1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508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508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4" name="Google Shape;64;p36">
            <a:extLst xmlns:a="http://schemas.openxmlformats.org/drawingml/2006/main">
              <a:ext uri="{FF2B5EF4-FFF2-40B4-BE49-F238E27FC236}">
                <a16:creationId xmlns:a16="http://schemas.microsoft.com/office/drawing/2014/main" id="{5173AB3D-D53E-468B-8331-DD74076411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0973" y="11844199"/>
            <a:ext cx="3888237" cy="46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>
            <a:lvl1pPr marL="457200" marR="0" indent="-22860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  <a:defRPr sz="24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36">
            <a:extLst xmlns:a="http://schemas.openxmlformats.org/drawingml/2006/main">
              <a:ext uri="{FF2B5EF4-FFF2-40B4-BE49-F238E27FC236}">
                <a16:creationId xmlns:a16="http://schemas.microsoft.com/office/drawing/2014/main" id="{F5768AB9-215F-45AB-8BD9-CAE9177A2C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708581" y="9680634"/>
            <a:ext cx="4542225" cy="46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>
            <a:lvl1pPr marL="457200" marR="0" indent="-22860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  <a:defRPr sz="24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6" name="Google Shape;66;p36">
            <a:extLst xmlns:a="http://schemas.openxmlformats.org/drawingml/2006/main">
              <a:ext uri="{FF2B5EF4-FFF2-40B4-BE49-F238E27FC236}">
                <a16:creationId xmlns:a16="http://schemas.microsoft.com/office/drawing/2014/main" id="{58B0DC68-ED92-4606-A8A3-FB9DF4A356C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25872" y="6029026"/>
            <a:ext cx="5982945" cy="955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sz="28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36">
            <a:extLst xmlns:a="http://schemas.openxmlformats.org/drawingml/2006/main">
              <a:ext uri="{FF2B5EF4-FFF2-40B4-BE49-F238E27FC236}">
                <a16:creationId xmlns:a16="http://schemas.microsoft.com/office/drawing/2014/main" id="{D63FE944-C7F2-448E-A2D0-ECAA1287AB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26614" y="4676742"/>
            <a:ext cx="6436669" cy="920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Helvetica Neue"/>
              <a:buNone/>
              <a:defRPr sz="53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36">
            <a:extLst xmlns:a="http://schemas.openxmlformats.org/drawingml/2006/main">
              <a:ext uri="{FF2B5EF4-FFF2-40B4-BE49-F238E27FC236}">
                <a16:creationId xmlns:a16="http://schemas.microsoft.com/office/drawing/2014/main" id="{32CF2B1C-29F6-43DA-B018-B69140095029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11908506" y="4676742"/>
            <a:ext cx="6436668" cy="920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Helvetica Neue"/>
              <a:buNone/>
              <a:defRPr sz="53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36">
            <a:extLst xmlns:a="http://schemas.openxmlformats.org/drawingml/2006/main">
              <a:ext uri="{FF2B5EF4-FFF2-40B4-BE49-F238E27FC236}">
                <a16:creationId xmlns:a16="http://schemas.microsoft.com/office/drawing/2014/main" id="{169FFCD3-38DA-4C1E-B08F-4E0D064F4AB8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11980926" y="5978227"/>
            <a:ext cx="5885992" cy="52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Char char="•"/>
              <a:defRPr sz="28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36">
            <a:extLst xmlns:a="http://schemas.openxmlformats.org/drawingml/2006/main">
              <a:ext uri="{FF2B5EF4-FFF2-40B4-BE49-F238E27FC236}">
                <a16:creationId xmlns:a16="http://schemas.microsoft.com/office/drawing/2014/main" id="{E6DF2DAE-48A1-42C8-8392-24E78AFE673F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865719" y="9543340"/>
            <a:ext cx="1073401" cy="820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36">
            <a:extLst xmlns:a="http://schemas.openxmlformats.org/drawingml/2006/main">
              <a:ext uri="{FF2B5EF4-FFF2-40B4-BE49-F238E27FC236}">
                <a16:creationId xmlns:a16="http://schemas.microsoft.com/office/drawing/2014/main" id="{8DB8A77F-81D6-49DC-BCBE-48E731C55003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1021891" y="11759168"/>
            <a:ext cx="761058" cy="636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2" name="Google Shape;72;p36">
            <a:extLst xmlns:a="http://schemas.openxmlformats.org/drawingml/2006/main">
              <a:ext uri="{FF2B5EF4-FFF2-40B4-BE49-F238E27FC236}">
                <a16:creationId xmlns:a16="http://schemas.microsoft.com/office/drawing/2014/main" id="{C79838CB-F3B5-4C14-8827-9104D51B0F5B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11980926" y="6660434"/>
            <a:ext cx="5885992" cy="52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Char char="•"/>
              <a:defRPr sz="28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36">
            <a:extLst xmlns:a="http://schemas.openxmlformats.org/drawingml/2006/main">
              <a:ext uri="{FF2B5EF4-FFF2-40B4-BE49-F238E27FC236}">
                <a16:creationId xmlns:a16="http://schemas.microsoft.com/office/drawing/2014/main" id="{121732D0-4D77-498D-AD49-EBAEFD924EA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0926" y="7358189"/>
            <a:ext cx="5885992" cy="52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Char char="•"/>
              <a:defRPr sz="28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36">
            <a:extLst xmlns:a="http://schemas.openxmlformats.org/drawingml/2006/main">
              <a:ext uri="{FF2B5EF4-FFF2-40B4-BE49-F238E27FC236}">
                <a16:creationId xmlns:a16="http://schemas.microsoft.com/office/drawing/2014/main" id="{06BE2E1F-38E3-4F92-98A7-C89EB071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4" y="725175"/>
            <a:ext cx="25362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sz="20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Москва | 2024</a:t>
            </a:r>
            <a:endParaRPr sz="1000" b="1" i="0" u="none" cap="none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5" name="Google Shape;75;p36">
            <a:extLst xmlns:a="http://schemas.openxmlformats.org/drawingml/2006/main">
              <a:ext uri="{FF2B5EF4-FFF2-40B4-BE49-F238E27FC236}">
                <a16:creationId xmlns:a16="http://schemas.microsoft.com/office/drawing/2014/main" id="{30617212-C5BC-4E67-AE86-4CD13C9F79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91" name="Google Shape;76;p3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4a4b7e292048f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7975" y="769625"/>
            <a:ext cx="1865324" cy="321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пустой слайд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37">
            <a:extLst xmlns:a="http://schemas.openxmlformats.org/drawingml/2006/main">
              <a:ext uri="{FF2B5EF4-FFF2-40B4-BE49-F238E27FC236}">
                <a16:creationId xmlns:a16="http://schemas.microsoft.com/office/drawing/2014/main" id="{9F230C53-62B1-4A3B-9A9C-E6199B7489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LE_AND_BODY_1">
  <p:cSld name="TITLE_AND_BODY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g391807d8927_0_101">
            <a:extLst xmlns:a="http://schemas.openxmlformats.org/drawingml/2006/main">
              <a:ext uri="{FF2B5EF4-FFF2-40B4-BE49-F238E27FC236}">
                <a16:creationId xmlns:a16="http://schemas.microsoft.com/office/drawing/2014/main" id="{EC191688-250F-48FD-B2E4-BA06A6C5AF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200" y="1186733"/>
            <a:ext cx="22721700" cy="152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g391807d8927_0_101">
            <a:extLst xmlns:a="http://schemas.openxmlformats.org/drawingml/2006/main">
              <a:ext uri="{FF2B5EF4-FFF2-40B4-BE49-F238E27FC236}">
                <a16:creationId xmlns:a16="http://schemas.microsoft.com/office/drawing/2014/main" id="{D6ECC388-7328-40AB-84D8-B5EC41455E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200" y="3073267"/>
            <a:ext cx="22721700" cy="91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 marL="4572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 marL="13716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 marL="18288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 marL="22860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 marL="27432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 marL="32004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 marL="36576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 marL="41148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g391807d8927_0_101">
            <a:extLst xmlns:a="http://schemas.openxmlformats.org/drawingml/2006/main">
              <a:ext uri="{FF2B5EF4-FFF2-40B4-BE49-F238E27FC236}">
                <a16:creationId xmlns:a16="http://schemas.microsoft.com/office/drawing/2014/main" id="{DF9275BE-A090-45C5-A017-79510E59C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12435245"/>
            <a:ext cx="1463100" cy="4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_AND_BODY_2">
  <p:cSld name="TITLE_AND_BODY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g391807d8927_0_214">
            <a:extLst xmlns:a="http://schemas.openxmlformats.org/drawingml/2006/main">
              <a:ext uri="{FF2B5EF4-FFF2-40B4-BE49-F238E27FC236}">
                <a16:creationId xmlns:a16="http://schemas.microsoft.com/office/drawing/2014/main" id="{E93754B6-A173-4F74-B122-83B4D0B1FD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200" y="1186733"/>
            <a:ext cx="22721700" cy="152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g391807d8927_0_214">
            <a:extLst xmlns:a="http://schemas.openxmlformats.org/drawingml/2006/main">
              <a:ext uri="{FF2B5EF4-FFF2-40B4-BE49-F238E27FC236}">
                <a16:creationId xmlns:a16="http://schemas.microsoft.com/office/drawing/2014/main" id="{3283619C-0EC9-43EA-B639-1137A9BC08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200" y="3073267"/>
            <a:ext cx="22721700" cy="91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 marL="4572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 marL="13716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 marL="18288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 marL="22860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 marL="27432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 marL="32004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 marL="36576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 marL="41148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86" name="Google Shape;86;g391807d8927_0_214">
            <a:extLst xmlns:a="http://schemas.openxmlformats.org/drawingml/2006/main">
              <a:ext uri="{FF2B5EF4-FFF2-40B4-BE49-F238E27FC236}">
                <a16:creationId xmlns:a16="http://schemas.microsoft.com/office/drawing/2014/main" id="{08422190-04A6-4748-9CD1-31DDF85417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12435245"/>
            <a:ext cx="1463100" cy="4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_AND_BODY_3">
  <p:cSld name="TITLE_AND_BODY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g3b037a20711_0_139">
            <a:extLst xmlns:a="http://schemas.openxmlformats.org/drawingml/2006/main">
              <a:ext uri="{FF2B5EF4-FFF2-40B4-BE49-F238E27FC236}">
                <a16:creationId xmlns:a16="http://schemas.microsoft.com/office/drawing/2014/main" id="{B2BDA0DB-BC0A-4747-B7DA-EEC8E46D2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200" y="1186733"/>
            <a:ext cx="22721700" cy="152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89" name="Google Shape;89;g3b037a20711_0_139">
            <a:extLst xmlns:a="http://schemas.openxmlformats.org/drawingml/2006/main">
              <a:ext uri="{FF2B5EF4-FFF2-40B4-BE49-F238E27FC236}">
                <a16:creationId xmlns:a16="http://schemas.microsoft.com/office/drawing/2014/main" id="{D9C88C8B-D54D-46DE-B023-BC680C98DC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200" y="3073267"/>
            <a:ext cx="22721700" cy="91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 marL="4572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 marL="13716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 marL="18288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 marL="22860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 marL="27432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 marL="32004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 marL="36576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 marL="41148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90" name="Google Shape;90;g3b037a20711_0_139">
            <a:extLst xmlns:a="http://schemas.openxmlformats.org/drawingml/2006/main">
              <a:ext uri="{FF2B5EF4-FFF2-40B4-BE49-F238E27FC236}">
                <a16:creationId xmlns:a16="http://schemas.microsoft.com/office/drawing/2014/main" id="{235A8C10-B6F7-4183-A08E-97A6C62C5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12435245"/>
            <a:ext cx="1463100" cy="4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_AND_BODY_4">
  <p:cSld name="TITLE_AND_BODY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Google Shape;92;g3b037a20711_0_243">
            <a:extLst xmlns:a="http://schemas.openxmlformats.org/drawingml/2006/main">
              <a:ext uri="{FF2B5EF4-FFF2-40B4-BE49-F238E27FC236}">
                <a16:creationId xmlns:a16="http://schemas.microsoft.com/office/drawing/2014/main" id="{3712F6F2-B23F-424F-AD7A-EB318F8EC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200" y="1186733"/>
            <a:ext cx="22721700" cy="152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g3b037a20711_0_243">
            <a:extLst xmlns:a="http://schemas.openxmlformats.org/drawingml/2006/main">
              <a:ext uri="{FF2B5EF4-FFF2-40B4-BE49-F238E27FC236}">
                <a16:creationId xmlns:a16="http://schemas.microsoft.com/office/drawing/2014/main" id="{A11F9692-20F4-4058-A50B-ABE8DA7CAD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200" y="3073267"/>
            <a:ext cx="22721700" cy="91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 marL="4572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 marL="13716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 marL="18288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 marL="22860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 marL="27432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 marL="32004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 marL="36576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 marL="41148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94" name="Google Shape;94;g3b037a20711_0_243">
            <a:extLst xmlns:a="http://schemas.openxmlformats.org/drawingml/2006/main">
              <a:ext uri="{FF2B5EF4-FFF2-40B4-BE49-F238E27FC236}">
                <a16:creationId xmlns:a16="http://schemas.microsoft.com/office/drawing/2014/main" id="{A92371E4-5F4E-4C42-9ED4-CA0DDFB7CE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12435245"/>
            <a:ext cx="1463100" cy="4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_AND_BODY_5">
  <p:cSld name="TITLE_AND_BODY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g3b037a20711_0_362">
            <a:extLst xmlns:a="http://schemas.openxmlformats.org/drawingml/2006/main">
              <a:ext uri="{FF2B5EF4-FFF2-40B4-BE49-F238E27FC236}">
                <a16:creationId xmlns:a16="http://schemas.microsoft.com/office/drawing/2014/main" id="{3D6B0B20-4FA4-4D3E-911F-378EAD06C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200" y="1186733"/>
            <a:ext cx="22721700" cy="152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97" name="Google Shape;97;g3b037a20711_0_362">
            <a:extLst xmlns:a="http://schemas.openxmlformats.org/drawingml/2006/main">
              <a:ext uri="{FF2B5EF4-FFF2-40B4-BE49-F238E27FC236}">
                <a16:creationId xmlns:a16="http://schemas.microsoft.com/office/drawing/2014/main" id="{2A440DD5-44C3-4EF1-941A-FCA151C42C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200" y="3073267"/>
            <a:ext cx="22721700" cy="91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 marL="4572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 marL="13716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 marL="18288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 marL="22860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 marL="27432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 marL="32004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 marL="36576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 marL="41148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98" name="Google Shape;98;g3b037a20711_0_362">
            <a:extLst xmlns:a="http://schemas.openxmlformats.org/drawingml/2006/main">
              <a:ext uri="{FF2B5EF4-FFF2-40B4-BE49-F238E27FC236}">
                <a16:creationId xmlns:a16="http://schemas.microsoft.com/office/drawing/2014/main" id="{03CFCE54-049B-4403-9626-94B566A639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12435245"/>
            <a:ext cx="1463100" cy="4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b7a80c85e1b4ad8" /><Relationship Type="http://schemas.openxmlformats.org/officeDocument/2006/relationships/theme" Target="/ppt/slideMasters/theme/theme2.xml" Id="R64a020cd820c42d1" /><Relationship Type="http://schemas.openxmlformats.org/officeDocument/2006/relationships/slideLayout" Target="/ppt/slideLayouts/slideLayout1.xml" Id="Rde339f7c297d403f" /><Relationship Type="http://schemas.openxmlformats.org/officeDocument/2006/relationships/slideLayout" Target="/ppt/slideLayouts/slideLayout2.xml" Id="Rc059f23d666f4da5" /><Relationship Type="http://schemas.openxmlformats.org/officeDocument/2006/relationships/slideLayout" Target="/ppt/slideLayouts/slideLayout3.xml" Id="R5832a12a59a34ca5" /><Relationship Type="http://schemas.openxmlformats.org/officeDocument/2006/relationships/slideLayout" Target="/ppt/slideLayouts/slideLayout4.xml" Id="R5245886406814457" /><Relationship Type="http://schemas.openxmlformats.org/officeDocument/2006/relationships/slideLayout" Target="/ppt/slideLayouts/slideLayout5.xml" Id="Rafb43df62e78422d" /><Relationship Type="http://schemas.openxmlformats.org/officeDocument/2006/relationships/slideLayout" Target="/ppt/slideLayouts/slideLayout6.xml" Id="R95e24244573d498a" /><Relationship Type="http://schemas.openxmlformats.org/officeDocument/2006/relationships/slideLayout" Target="/ppt/slideLayouts/slideLayout7.xml" Id="Rdb0384af77dc496e" /><Relationship Type="http://schemas.openxmlformats.org/officeDocument/2006/relationships/slideLayout" Target="/ppt/slideLayouts/slideLayout8.xml" Id="R62709927a5b34ca4" /><Relationship Type="http://schemas.openxmlformats.org/officeDocument/2006/relationships/slideLayout" Target="/ppt/slideLayouts/slideLayout9.xml" Id="Rb52e32ad692f463a" /><Relationship Type="http://schemas.openxmlformats.org/officeDocument/2006/relationships/slideLayout" Target="/ppt/slideLayouts/slideLayout10.xml" Id="Reb69c630bfde4923" /><Relationship Type="http://schemas.openxmlformats.org/officeDocument/2006/relationships/slideLayout" Target="/ppt/slideLayouts/slideLayout11.xml" Id="Rbbd3a8d223aa4b2c" /><Relationship Type="http://schemas.openxmlformats.org/officeDocument/2006/relationships/slideLayout" Target="/ppt/slideLayouts/slideLayout12.xml" Id="R0b45528251c54842" /><Relationship Type="http://schemas.openxmlformats.org/officeDocument/2006/relationships/slideLayout" Target="/ppt/slideLayouts/slideLayout13.xml" Id="R17ba0da25b3b4ad6" /><Relationship Type="http://schemas.openxmlformats.org/officeDocument/2006/relationships/slideLayout" Target="/ppt/slideLayouts/slideLayout14.xml" Id="R035b9899aa22458b" /><Relationship Type="http://schemas.openxmlformats.org/officeDocument/2006/relationships/slideLayout" Target="/ppt/slideLayouts/slideLayout15.xml" Id="Rf4c7cff0bd2d4f0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21">
            <a:extLst xmlns:a="http://schemas.openxmlformats.org/drawingml/2006/main">
              <a:ext uri="{FF2B5EF4-FFF2-40B4-BE49-F238E27FC236}">
                <a16:creationId xmlns:a16="http://schemas.microsoft.com/office/drawing/2014/main" id="{AC0417BB-05A6-48B2-A4E0-F414FA12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4" y="725175"/>
            <a:ext cx="25362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Москва | 2024</a:t>
            </a:r>
            <a:endParaRPr sz="1000" b="1" i="0" u="none" cap="none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7;p21">
            <a:extLst xmlns:a="http://schemas.openxmlformats.org/drawingml/2006/main">
              <a:ext uri="{FF2B5EF4-FFF2-40B4-BE49-F238E27FC236}">
                <a16:creationId xmlns:a16="http://schemas.microsoft.com/office/drawing/2014/main" id="{A37CC548-1AFA-40B4-860A-F78AB25658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1" name="Google Shape;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7a80c85e1b4ad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1775" y="769628"/>
            <a:ext cx="1865324" cy="321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339f7c297d403f"/>
    <p:sldLayoutId xmlns:r="http://schemas.openxmlformats.org/officeDocument/2006/relationships" id="2147483650" r:id="Rc059f23d666f4da5"/>
    <p:sldLayoutId xmlns:r="http://schemas.openxmlformats.org/officeDocument/2006/relationships" id="2147483651" r:id="R5832a12a59a34ca5"/>
    <p:sldLayoutId xmlns:r="http://schemas.openxmlformats.org/officeDocument/2006/relationships" id="2147483652" r:id="R5245886406814457"/>
    <p:sldLayoutId xmlns:r="http://schemas.openxmlformats.org/officeDocument/2006/relationships" id="2147483653" r:id="Rafb43df62e78422d"/>
    <p:sldLayoutId xmlns:r="http://schemas.openxmlformats.org/officeDocument/2006/relationships" id="2147483654" r:id="R95e24244573d498a"/>
    <p:sldLayoutId xmlns:r="http://schemas.openxmlformats.org/officeDocument/2006/relationships" id="2147483655" r:id="Rdb0384af77dc496e"/>
    <p:sldLayoutId xmlns:r="http://schemas.openxmlformats.org/officeDocument/2006/relationships" id="2147483656" r:id="R62709927a5b34ca4"/>
    <p:sldLayoutId xmlns:r="http://schemas.openxmlformats.org/officeDocument/2006/relationships" id="2147483657" r:id="Rb52e32ad692f463a"/>
    <p:sldLayoutId xmlns:r="http://schemas.openxmlformats.org/officeDocument/2006/relationships" id="2147483658" r:id="Reb69c630bfde4923"/>
    <p:sldLayoutId xmlns:r="http://schemas.openxmlformats.org/officeDocument/2006/relationships" id="2147483659" r:id="Rbbd3a8d223aa4b2c"/>
    <p:sldLayoutId xmlns:r="http://schemas.openxmlformats.org/officeDocument/2006/relationships" id="2147483660" r:id="R0b45528251c54842"/>
    <p:sldLayoutId xmlns:r="http://schemas.openxmlformats.org/officeDocument/2006/relationships" id="2147483661" r:id="R17ba0da25b3b4ad6"/>
    <p:sldLayoutId xmlns:r="http://schemas.openxmlformats.org/officeDocument/2006/relationships" id="2147483662" r:id="R035b9899aa22458b"/>
    <p:sldLayoutId xmlns:r="http://schemas.openxmlformats.org/officeDocument/2006/relationships" id="2147483663" r:id="Rf4c7cff0bd2d4f0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7">
          <p15:clr>
            <a:srgbClr xmlns:a="http://schemas.openxmlformats.org/drawingml/2006/main" val="F26B43"/>
          </p15:clr>
        </p15:guide>
        <p15:guide id="2" pos="377">
          <p15:clr>
            <a:srgbClr xmlns:a="http://schemas.openxmlformats.org/drawingml/2006/main" val="F26B43"/>
          </p15:clr>
        </p15:guide>
        <p15:guide id="3" pos="2033">
          <p15:clr>
            <a:srgbClr xmlns:a="http://schemas.openxmlformats.org/drawingml/2006/main" val="F26B43"/>
          </p15:clr>
        </p15:guide>
        <p15:guide id="4" pos="2214">
          <p15:clr>
            <a:srgbClr xmlns:a="http://schemas.openxmlformats.org/drawingml/2006/main" val="F26B43"/>
          </p15:clr>
        </p15:guide>
        <p15:guide id="5" pos="3892">
          <p15:clr>
            <a:srgbClr xmlns:a="http://schemas.openxmlformats.org/drawingml/2006/main" val="F26B43"/>
          </p15:clr>
        </p15:guide>
        <p15:guide id="6" pos="4074">
          <p15:clr>
            <a:srgbClr xmlns:a="http://schemas.openxmlformats.org/drawingml/2006/main" val="F26B43"/>
          </p15:clr>
        </p15:guide>
        <p15:guide id="7" pos="5730">
          <p15:clr>
            <a:srgbClr xmlns:a="http://schemas.openxmlformats.org/drawingml/2006/main" val="F26B43"/>
          </p15:clr>
        </p15:guide>
        <p15:guide id="8" pos="5911">
          <p15:clr>
            <a:srgbClr xmlns:a="http://schemas.openxmlformats.org/drawingml/2006/main" val="F26B43"/>
          </p15:clr>
        </p15:guide>
        <p15:guide id="9" pos="7567">
          <p15:clr>
            <a:srgbClr xmlns:a="http://schemas.openxmlformats.org/drawingml/2006/main" val="F26B43"/>
          </p15:clr>
        </p15:guide>
        <p15:guide id="10" pos="7771">
          <p15:clr>
            <a:srgbClr xmlns:a="http://schemas.openxmlformats.org/drawingml/2006/main" val="F26B43"/>
          </p15:clr>
        </p15:guide>
        <p15:guide id="11" pos="9426">
          <p15:clr>
            <a:srgbClr xmlns:a="http://schemas.openxmlformats.org/drawingml/2006/main" val="F26B43"/>
          </p15:clr>
        </p15:guide>
        <p15:guide id="12" pos="9608">
          <p15:clr>
            <a:srgbClr xmlns:a="http://schemas.openxmlformats.org/drawingml/2006/main" val="F26B43"/>
          </p15:clr>
        </p15:guide>
        <p15:guide id="13" pos="11286">
          <p15:clr>
            <a:srgbClr xmlns:a="http://schemas.openxmlformats.org/drawingml/2006/main" val="F26B43"/>
          </p15:clr>
        </p15:guide>
        <p15:guide id="14" pos="11468">
          <p15:clr>
            <a:srgbClr xmlns:a="http://schemas.openxmlformats.org/drawingml/2006/main" val="F26B43"/>
          </p15:clr>
        </p15:guide>
        <p15:guide id="15" pos="13123">
          <p15:clr>
            <a:srgbClr xmlns:a="http://schemas.openxmlformats.org/drawingml/2006/main" val="F26B43"/>
          </p15:clr>
        </p15:guide>
        <p15:guide id="16" pos="13305">
          <p15:clr>
            <a:srgbClr xmlns:a="http://schemas.openxmlformats.org/drawingml/2006/main" val="F26B43"/>
          </p15:clr>
        </p15:guide>
        <p15:guide id="17" pos="14960">
          <p15:clr>
            <a:srgbClr xmlns:a="http://schemas.openxmlformats.org/drawingml/2006/main" val="F26B43"/>
          </p15:clr>
        </p15:guide>
        <p15:guide id="18" orient="horz" pos="1417">
          <p15:clr>
            <a:srgbClr xmlns:a="http://schemas.openxmlformats.org/drawingml/2006/main" val="F26B43"/>
          </p15:clr>
        </p15:guide>
        <p15:guide id="19" orient="horz" pos="2370">
          <p15:clr>
            <a:srgbClr xmlns:a="http://schemas.openxmlformats.org/drawingml/2006/main" val="F26B43"/>
          </p15:clr>
        </p15:guide>
        <p15:guide id="20" orient="horz" pos="3367">
          <p15:clr>
            <a:srgbClr xmlns:a="http://schemas.openxmlformats.org/drawingml/2006/main" val="F26B43"/>
          </p15:clr>
        </p15:guide>
        <p15:guide id="21" orient="horz" pos="4320">
          <p15:clr>
            <a:srgbClr xmlns:a="http://schemas.openxmlformats.org/drawingml/2006/main" val="F26B43"/>
          </p15:clr>
        </p15:guide>
        <p15:guide id="22" orient="horz" pos="5295">
          <p15:clr>
            <a:srgbClr xmlns:a="http://schemas.openxmlformats.org/drawingml/2006/main" val="F26B43"/>
          </p15:clr>
        </p15:guide>
        <p15:guide id="23" orient="horz" pos="6270">
          <p15:clr>
            <a:srgbClr xmlns:a="http://schemas.openxmlformats.org/drawingml/2006/main" val="F26B43"/>
          </p15:clr>
        </p15:guide>
        <p15:guide id="24" orient="horz" pos="7223">
          <p15:clr>
            <a:srgbClr xmlns:a="http://schemas.openxmlformats.org/drawingml/2006/main" val="F26B43"/>
          </p15:clr>
        </p15:guide>
        <p15:guide id="25" orient="horz" pos="8176">
          <p15:clr>
            <a:srgbClr xmlns:a="http://schemas.openxmlformats.org/drawingml/2006/main" val="F26B43"/>
          </p15:clr>
        </p15:guide>
        <p15:guide id="26" orient="horz" pos="648">
          <p15:clr>
            <a:srgbClr xmlns:a="http://schemas.openxmlformats.org/drawingml/2006/main" val="E46962"/>
          </p15:clr>
        </p15:guide>
        <p15:guide id="27" orient="horz" pos="687">
          <p15:clr>
            <a:srgbClr xmlns:a="http://schemas.openxmlformats.org/drawingml/2006/main" val="E46962"/>
          </p15:clr>
        </p15:guide>
        <p15:guide id="28" orient="horz" pos="744">
          <p15:clr>
            <a:srgbClr xmlns:a="http://schemas.openxmlformats.org/drawingml/2006/main" val="E46962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b27f57faf4829" /><Relationship Type="http://schemas.openxmlformats.org/officeDocument/2006/relationships/image" Target="/ppt/media/image5.png" Id="Rcd58edc655d54bcf" /><Relationship Type="http://schemas.openxmlformats.org/officeDocument/2006/relationships/image" Target="/ppt/media/image6.png" Id="R9b06ea4f551d48a5" /><Relationship Type="http://schemas.openxmlformats.org/officeDocument/2006/relationships/image" Target="/ppt/media/image7.png" Id="Rc42c3cb73cec48a2" /><Relationship Type="http://schemas.openxmlformats.org/officeDocument/2006/relationships/image" Target="/ppt/media/image8.png" Id="Rf49a7007944f4376" /><Relationship Type="http://schemas.openxmlformats.org/officeDocument/2006/relationships/image" Target="/ppt/media/image9.png" Id="R633abb9a8ad44289" /><Relationship Type="http://schemas.openxmlformats.org/officeDocument/2006/relationships/notesSlide" Target="/ppt/notesSlides/notesSlide1.xml" Id="R17fa761e71694c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44af287f0614b99" /><Relationship Type="http://schemas.openxmlformats.org/officeDocument/2006/relationships/image" Target="/ppt/media/image10.png" Id="R04098130f5084d7b" /><Relationship Type="http://schemas.openxmlformats.org/officeDocument/2006/relationships/image" Target="/ppt/media/image11.png" Id="R987af0d5976c417a" /><Relationship Type="http://schemas.openxmlformats.org/officeDocument/2006/relationships/image" Target="/ppt/media/image12.png" Id="Ra56ec4931acf4b28" /><Relationship Type="http://schemas.openxmlformats.org/officeDocument/2006/relationships/image" Target="/ppt/media/image13.png" Id="R1c42f1526ad84828" /><Relationship Type="http://schemas.openxmlformats.org/officeDocument/2006/relationships/image" Target="/ppt/media/image14.png" Id="Rc2c8e1548e704c80" /><Relationship Type="http://schemas.openxmlformats.org/officeDocument/2006/relationships/notesSlide" Target="/ppt/notesSlides/notesSlide2.xml" Id="R12cfe030f38c40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82f592c63e4ab9" /><Relationship Type="http://schemas.openxmlformats.org/officeDocument/2006/relationships/image" Target="/ppt/media/image15.png" Id="R5a48bf9fc79d4718" /><Relationship Type="http://schemas.openxmlformats.org/officeDocument/2006/relationships/image" Target="/ppt/media/image16.png" Id="Rc8a52f0ba89d4920" /><Relationship Type="http://schemas.openxmlformats.org/officeDocument/2006/relationships/image" Target="/ppt/media/image17.png" Id="Rcfc78819ae734953" /><Relationship Type="http://schemas.openxmlformats.org/officeDocument/2006/relationships/notesSlide" Target="/ppt/notesSlides/notesSlide3.xml" Id="R846a185eeda548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9dd534cef44e11" /><Relationship Type="http://schemas.openxmlformats.org/officeDocument/2006/relationships/image" Target="/ppt/media/image16.png" Id="Ra42569761411447e" /><Relationship Type="http://schemas.openxmlformats.org/officeDocument/2006/relationships/image" Target="/ppt/media/image18.png" Id="R7e34c6925dcf4826" /><Relationship Type="http://schemas.openxmlformats.org/officeDocument/2006/relationships/image" Target="/ppt/media/image19.png" Id="Rc2f0723bb0454304" /><Relationship Type="http://schemas.openxmlformats.org/officeDocument/2006/relationships/image" Target="/ppt/media/image20.png" Id="R7d8c219651644676" /><Relationship Type="http://schemas.openxmlformats.org/officeDocument/2006/relationships/notesSlide" Target="/ppt/notesSlides/notesSlide4.xml" Id="Rb3a223079f8848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237d413e2a42e0" /><Relationship Type="http://schemas.openxmlformats.org/officeDocument/2006/relationships/image" Target="/ppt/media/image16.png" Id="R33e3e2908a6c4918" /><Relationship Type="http://schemas.openxmlformats.org/officeDocument/2006/relationships/image" Target="/ppt/media/image21.png" Id="R68971625e5f0408e" /><Relationship Type="http://schemas.openxmlformats.org/officeDocument/2006/relationships/image" Target="/ppt/media/image22.png" Id="R161151d2f3cf43b7" /><Relationship Type="http://schemas.openxmlformats.org/officeDocument/2006/relationships/notesSlide" Target="/ppt/notesSlides/notesSlide5.xml" Id="R58ce1437c77c43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cb248dde1fd42c7" /><Relationship Type="http://schemas.openxmlformats.org/officeDocument/2006/relationships/image" Target="/ppt/media/image10.png" Id="Re102a77c5a174fad" /><Relationship Type="http://schemas.openxmlformats.org/officeDocument/2006/relationships/image" Target="/ppt/media/image23.png" Id="Rf5b7bb02a161447f" /><Relationship Type="http://schemas.openxmlformats.org/officeDocument/2006/relationships/notesSlide" Target="/ppt/notesSlides/notesSlide6.xml" Id="Rd5a51a3c795b45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ea86e2424f4e32" /><Relationship Type="http://schemas.openxmlformats.org/officeDocument/2006/relationships/image" Target="/ppt/media/image18.png" Id="Re45223a92a974dd4" /><Relationship Type="http://schemas.openxmlformats.org/officeDocument/2006/relationships/image" Target="/ppt/media/image12.png" Id="Re893a5b5931b4828" /><Relationship Type="http://schemas.openxmlformats.org/officeDocument/2006/relationships/image" Target="/ppt/media/image24.png" Id="R1a3449f99af14f6d" /><Relationship Type="http://schemas.openxmlformats.org/officeDocument/2006/relationships/notesSlide" Target="/ppt/notesSlides/notesSlide7.xml" Id="Rea7f977450df42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e231a4143da4aa7" /><Relationship Type="http://schemas.openxmlformats.org/officeDocument/2006/relationships/image" Target="/ppt/media/image25.png" Id="R686556529b534f1b" /><Relationship Type="http://schemas.openxmlformats.org/officeDocument/2006/relationships/image" Target="/ppt/media/image26.png" Id="R178c6934a0f24b13" /><Relationship Type="http://schemas.openxmlformats.org/officeDocument/2006/relationships/image" Target="/ppt/media/image27.png" Id="R198af2d2f46d4227" /><Relationship Type="http://schemas.openxmlformats.org/officeDocument/2006/relationships/notesSlide" Target="/ppt/notesSlides/notesSlide8.xml" Id="R8f52dbf29a9a4a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f5e573f38648dd" /><Relationship Type="http://schemas.openxmlformats.org/officeDocument/2006/relationships/image" Target="/ppt/media/image28.png" Id="R869e83cafaa34da8" /><Relationship Type="http://schemas.openxmlformats.org/officeDocument/2006/relationships/image" Target="/ppt/media/image29.png" Id="Re3952653e4fe45e0" /><Relationship Type="http://schemas.openxmlformats.org/officeDocument/2006/relationships/image" Target="/ppt/media/image30.png" Id="R028ca9b0f5d447af" /><Relationship Type="http://schemas.openxmlformats.org/officeDocument/2006/relationships/notesSlide" Target="/ppt/notesSlides/notesSlide9.xml" Id="Rb4594a16d85046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f65dc2c09224a5c" /><Relationship Type="http://schemas.openxmlformats.org/officeDocument/2006/relationships/image" Target="/ppt/media/image31.png" Id="R0126fca44f984a78" /><Relationship Type="http://schemas.openxmlformats.org/officeDocument/2006/relationships/image" Target="/ppt/media/image30.png" Id="Recdca273af66405a" /><Relationship Type="http://schemas.openxmlformats.org/officeDocument/2006/relationships/notesSlide" Target="/ppt/notesSlides/notesSlide10.xml" Id="R57a7b534aab444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2e3baf4b785421f" /><Relationship Type="http://schemas.openxmlformats.org/officeDocument/2006/relationships/image" Target="/ppt/media/image31.png" Id="R9becd5d648074574" /><Relationship Type="http://schemas.openxmlformats.org/officeDocument/2006/relationships/image" Target="/ppt/media/image30.png" Id="Ra959c13105fd4efa" /><Relationship Type="http://schemas.openxmlformats.org/officeDocument/2006/relationships/notesSlide" Target="/ppt/notesSlides/notesSlide11.xml" Id="Rbace3fbc931743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ca0ab6fb5bf422a" /><Relationship Type="http://schemas.openxmlformats.org/officeDocument/2006/relationships/image" Target="/ppt/media/image32.png" Id="Rac81a08b7eb142d0" /><Relationship Type="http://schemas.openxmlformats.org/officeDocument/2006/relationships/image" Target="/ppt/media/image33.png" Id="Ra8831d95ec9b4176" /><Relationship Type="http://schemas.openxmlformats.org/officeDocument/2006/relationships/notesSlide" Target="/ppt/notesSlides/notesSlide12.xml" Id="R09365f1b9d6843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8ff12abafb4d80" /><Relationship Type="http://schemas.openxmlformats.org/officeDocument/2006/relationships/image" Target="/ppt/media/image31.png" Id="R375b6cebfdca437e" /><Relationship Type="http://schemas.openxmlformats.org/officeDocument/2006/relationships/image" Target="/ppt/media/image30.png" Id="R509f1e2a75d04de3" /><Relationship Type="http://schemas.openxmlformats.org/officeDocument/2006/relationships/notesSlide" Target="/ppt/notesSlides/notesSlide13.xml" Id="R43ae6dd16b2e4c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5076aff05e4238" /><Relationship Type="http://schemas.openxmlformats.org/officeDocument/2006/relationships/image" Target="/ppt/media/image31.png" Id="Re9df292ed8ac4f36" /><Relationship Type="http://schemas.openxmlformats.org/officeDocument/2006/relationships/image" Target="/ppt/media/image34.png" Id="Re123bc8ef78740bd" /><Relationship Type="http://schemas.openxmlformats.org/officeDocument/2006/relationships/image" Target="/ppt/media/image35.png" Id="R9e49ac87140e4126" /><Relationship Type="http://schemas.openxmlformats.org/officeDocument/2006/relationships/image" Target="/ppt/media/image28.png" Id="R63795928b5ce4844" /><Relationship Type="http://schemas.openxmlformats.org/officeDocument/2006/relationships/notesSlide" Target="/ppt/notesSlides/notesSlide14.xml" Id="R186d250890f047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afcaf1b70a40b6" /><Relationship Type="http://schemas.openxmlformats.org/officeDocument/2006/relationships/image" Target="/ppt/media/image28.png" Id="R247ec23224674f4d" /><Relationship Type="http://schemas.openxmlformats.org/officeDocument/2006/relationships/image" Target="/ppt/media/image29.png" Id="Rffc41884c860413f" /><Relationship Type="http://schemas.openxmlformats.org/officeDocument/2006/relationships/image" Target="/ppt/media/image30.png" Id="Reeeef0c5081a4d1b" /><Relationship Type="http://schemas.openxmlformats.org/officeDocument/2006/relationships/notesSlide" Target="/ppt/notesSlides/notesSlide15.xml" Id="R36cc8c427bb843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0a5e8f5a54924" /><Relationship Type="http://schemas.openxmlformats.org/officeDocument/2006/relationships/image" Target="/ppt/media/image16.png" Id="R8e43c44b45ea4e67" /><Relationship Type="http://schemas.openxmlformats.org/officeDocument/2006/relationships/image" Target="/ppt/media/image21.png" Id="R97f54d2cfaac4297" /><Relationship Type="http://schemas.openxmlformats.org/officeDocument/2006/relationships/image" Target="/ppt/media/image22.png" Id="Rfcb901dc066f4ea0" /><Relationship Type="http://schemas.openxmlformats.org/officeDocument/2006/relationships/notesSlide" Target="/ppt/notesSlides/notesSlide16.xml" Id="Rc02820585fe54f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aa7cad594946d6" /><Relationship Type="http://schemas.openxmlformats.org/officeDocument/2006/relationships/image" Target="/ppt/media/image16.png" Id="Rde2a62b08d64443d" /><Relationship Type="http://schemas.openxmlformats.org/officeDocument/2006/relationships/image" Target="/ppt/media/image21.png" Id="R0871fc04db9e4b43" /><Relationship Type="http://schemas.openxmlformats.org/officeDocument/2006/relationships/image" Target="/ppt/media/image22.png" Id="Rc63965c3b5544fa8" /><Relationship Type="http://schemas.openxmlformats.org/officeDocument/2006/relationships/notesSlide" Target="/ppt/notesSlides/notesSlide17.xml" Id="R82fa171b07494d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ec906df93e5428f" /><Relationship Type="http://schemas.openxmlformats.org/officeDocument/2006/relationships/image" Target="/ppt/media/image36.png" Id="R430ebdf19f3e4dbc" /><Relationship Type="http://schemas.openxmlformats.org/officeDocument/2006/relationships/image" Target="/ppt/media/image37.png" Id="Rd6cc44d9a9dd4041" /><Relationship Type="http://schemas.openxmlformats.org/officeDocument/2006/relationships/image" Target="/ppt/media/image30.png" Id="R170b79f62c204719" /><Relationship Type="http://schemas.openxmlformats.org/officeDocument/2006/relationships/image" Target="/ppt/media/image38.png" Id="R65f058bffdef43f8" /><Relationship Type="http://schemas.openxmlformats.org/officeDocument/2006/relationships/notesSlide" Target="/ppt/notesSlides/notesSlide18.xml" Id="Rd2e22006c02048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03;p1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cd58edc655d54b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488" y="669779"/>
            <a:ext cx="3588461" cy="5552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04;p1"/>
          <p:cNvPicPr>
            <a:picLocks xmlns:a="http://schemas.openxmlformats.org/drawingml/2006/main" noChangeAspect="1"/>
          </p:cNvPicPr>
          <p:nvPr>
            <p:ph type="pic" idx="3"/>
          </p:nvPr>
        </p:nvPicPr>
        <p:blipFill rotWithShape="1">
          <a:blip xmlns:r="http://schemas.openxmlformats.org/officeDocument/2006/relationships" xmlns:a="http://schemas.openxmlformats.org/drawingml/2006/main" r:embed="R9b06ea4f551d48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2671727" y="736136"/>
            <a:ext cx="928637" cy="6692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">
            <a:extLst xmlns:a="http://schemas.openxmlformats.org/drawingml/2006/main">
              <a:ext uri="{FF2B5EF4-FFF2-40B4-BE49-F238E27FC236}">
                <a16:creationId xmlns:a16="http://schemas.microsoft.com/office/drawing/2014/main" id="{14396541-136B-45AA-8C78-F66F4F5F50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9040" y="4173712"/>
            <a:ext cx="12505500" cy="581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7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0"/>
              <a:buFont typeface="Helvetica Neue"/>
              <a:buNone/>
            </a:pPr>
            <a:r>
              <a:t>Практика 2:</a:t>
            </a:r>
          </a:p>
          <a:p xmlns:a="http://schemas.openxmlformats.org/drawingml/2006/main">
            <a:pPr marL="0" lvl="0" indent="0" algn="l">
              <a:lnSpc>
                <a:spcPct val="7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0"/>
              <a:buFont typeface="Helvetica Neue"/>
              <a:buNone/>
            </a:pPr>
            <a:r>
              <a:t>контракт</a:t>
            </a:r>
          </a:p>
        </p:txBody>
      </p:sp>
      <p:sp>
        <p:nvSpPr>
          <p:cNvPr id="106" name="Google Shape;106;p1">
            <a:extLst xmlns:a="http://schemas.openxmlformats.org/drawingml/2006/main">
              <a:ext uri="{FF2B5EF4-FFF2-40B4-BE49-F238E27FC236}">
                <a16:creationId xmlns:a16="http://schemas.microsoft.com/office/drawing/2014/main" id="{73225FE4-1251-4950-8F4C-5C556333ED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0669" y="12397190"/>
            <a:ext cx="64368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</a:pPr>
            <a:r>
              <a:t>Марат Зимнуров</a:t>
            </a:r>
          </a:p>
        </p:txBody>
      </p:sp>
      <p:pic>
        <p:nvPicPr>
          <p:cNvPr id="120" name="Google Shape;107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2c3cb73cec48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282148" y="4482517"/>
            <a:ext cx="9233483" cy="92334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1" name="Google Shape;108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9a7007944f43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146169" y="669779"/>
            <a:ext cx="9487522" cy="108489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2" name="Google Shape;109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3abb9a8ad442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446931" y="3987800"/>
            <a:ext cx="9296398" cy="92963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1">
            <a:extLst xmlns:a="http://schemas.openxmlformats.org/drawingml/2006/main">
              <a:ext uri="{FF2B5EF4-FFF2-40B4-BE49-F238E27FC236}">
                <a16:creationId xmlns:a16="http://schemas.microsoft.com/office/drawing/2014/main" id="{65D5CBBF-ABC2-4362-99A6-5469DE13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577" y="702430"/>
            <a:ext cx="11424174" cy="535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Санкт-Петербург | 2026</a:t>
            </a:r>
          </a:p>
        </p:txBody>
      </p:sp>
    </p:spTree>
    <p:extLst>
      <p:ext uri="{BB962C8B-B14F-4D97-AF65-F5344CB8AC3E}">
        <p14:creationId xmlns:p14="http://schemas.microsoft.com/office/powerpoint/2010/main" val="3036231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9" name="Google Shape;124;g3f3d8a10446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098130f5084d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051563" y="5783416"/>
            <a:ext cx="8801700" cy="8801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5" name="Google Shape;125;g3f3d8a10446_0_0">
            <a:extLst xmlns:a="http://schemas.openxmlformats.org/drawingml/2006/main">
              <a:ext uri="{FF2B5EF4-FFF2-40B4-BE49-F238E27FC236}">
                <a16:creationId xmlns:a16="http://schemas.microsoft.com/office/drawing/2014/main" id="{2D0694C0-510A-4DFE-9CC8-BA60C80AE4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3332448" y="699698"/>
            <a:ext cx="2838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fld id="{00000000-1234-1234-1234-123412341234}" type="slidenum">
              <a:t>2</a:t>
            </a:fld>
            <a:endParaRPr/>
          </a:p>
        </p:txBody>
      </p:sp>
      <p:sp>
        <p:nvSpPr>
          <p:cNvPr id="128" name="Google Shape;128;g3f3d8a10446_0_0">
            <a:extLst xmlns:a="http://schemas.openxmlformats.org/drawingml/2006/main">
              <a:ext uri="{FF2B5EF4-FFF2-40B4-BE49-F238E27FC236}">
                <a16:creationId xmlns:a16="http://schemas.microsoft.com/office/drawing/2014/main" id="{601242C7-5A1B-422A-A5F0-89133DC4C95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2372975" y="2249500"/>
            <a:ext cx="11087100" cy="113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</a:pPr>
            <a:r>
              <a:rPr sz="7500"/>
              <a:t>Марат Зимнуров</a:t>
            </a:r>
          </a:p>
        </p:txBody>
      </p:sp>
      <p:sp>
        <p:nvSpPr>
          <p:cNvPr id="129" name="Google Shape;129;g3f3d8a10446_0_0">
            <a:extLst xmlns:a="http://schemas.openxmlformats.org/drawingml/2006/main">
              <a:ext uri="{FF2B5EF4-FFF2-40B4-BE49-F238E27FC236}">
                <a16:creationId xmlns:a16="http://schemas.microsoft.com/office/drawing/2014/main" id="{B1A2F969-76C3-4701-80F6-AC17C2F0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050" y="1110100"/>
            <a:ext cx="11087100" cy="8801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5D5D5"/>
          </a:solidFill>
          <a:ln xmlns:a="http://schemas.openxmlformats.org/drawingml/2006/main" w="9525" cmpd="sng">
            <a:solidFill>
              <a:srgbClr val="5E5E5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Google Shape;130;g3f3d8a10446_0_0">
            <a:extLst xmlns:a="http://schemas.openxmlformats.org/drawingml/2006/main">
              <a:ext uri="{FF2B5EF4-FFF2-40B4-BE49-F238E27FC236}">
                <a16:creationId xmlns:a16="http://schemas.microsoft.com/office/drawing/2014/main" id="{E1B0CD4D-800B-45BE-AE85-27C52D05B8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84213" y="664753"/>
            <a:ext cx="11424300" cy="480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</a:pPr>
            <a:r>
              <a:rPr sz="2800"/>
              <a:t>Санкт-Петербург | 2026</a:t>
            </a:r>
          </a:p>
        </p:txBody>
      </p:sp>
      <p:sp>
        <p:nvSpPr>
          <p:cNvPr id="131" name="Google Shape;131;g3f3d8a10446_0_0">
            <a:extLst xmlns:a="http://schemas.openxmlformats.org/drawingml/2006/main">
              <a:ext uri="{FF2B5EF4-FFF2-40B4-BE49-F238E27FC236}">
                <a16:creationId xmlns:a16="http://schemas.microsoft.com/office/drawing/2014/main" id="{FFF7D92C-E9FF-491C-99F0-F3E0C08A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0" y="2349550"/>
            <a:ext cx="10740600" cy="1074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C1E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f3d8a10446_0_0">
            <a:extLst xmlns:a="http://schemas.openxmlformats.org/drawingml/2006/main">
              <a:ext uri="{FF2B5EF4-FFF2-40B4-BE49-F238E27FC236}">
                <a16:creationId xmlns:a16="http://schemas.microsoft.com/office/drawing/2014/main" id="{BC9871C9-6BAF-484E-8496-D37D6660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" y="2145200"/>
            <a:ext cx="10668000" cy="10740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rgbClr val="1A1C1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33;g3f3d8a10446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7af0d5976c417a">
            <a:alphaModFix/>
          </a:blip>
          <a:srcRect xmlns:a="http://schemas.openxmlformats.org/drawingml/2006/main" l="1108" t="0" r="0" b="0"/>
          <a:stretch xmlns:a="http://schemas.openxmlformats.org/drawingml/2006/main"/>
        </p:blipFill>
        <p:spPr>
          <a:xfrm xmlns:a="http://schemas.openxmlformats.org/drawingml/2006/main">
            <a:off x="1503088" y="2787575"/>
            <a:ext cx="9350925" cy="9455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7" name="Google Shape;134;g3f3d8a10446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6ec4931acf4b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372975" y="2787575"/>
            <a:ext cx="11087099" cy="121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8" name="Google Shape;135;g3f3d8a10446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098130f5084d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808534" y="9467228"/>
            <a:ext cx="11276175" cy="11276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2f1526ad8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1439" y="2815149"/>
            <a:ext cx="9822481" cy="9822481"/>
          </a:xfrm>
          <a:prstGeom xmlns:a="http://schemas.openxmlformats.org/drawingml/2006/main" prst="rect">
            <a:avLst/>
          </a:prstGeom>
        </p:spPr>
      </p:pic>
      <p:pic>
        <p:nvPicPr>
          <p:cNvPr id="150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8e1548e704c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02039" y="4007858"/>
            <a:ext cx="11942907" cy="57024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339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9" name="Google Shape;749;g39221fdf1b9_0_0">
            <a:extLst xmlns:a="http://schemas.openxmlformats.org/drawingml/2006/main">
              <a:ext uri="{FF2B5EF4-FFF2-40B4-BE49-F238E27FC236}">
                <a16:creationId xmlns:a16="http://schemas.microsoft.com/office/drawing/2014/main" id="{7C148DF4-D7F4-4DAB-85DB-DB5FEBAE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750" name="Google Shape;750;g39221fdf1b9_0_0">
            <a:extLst xmlns:a="http://schemas.openxmlformats.org/drawingml/2006/main">
              <a:ext uri="{FF2B5EF4-FFF2-40B4-BE49-F238E27FC236}">
                <a16:creationId xmlns:a16="http://schemas.microsoft.com/office/drawing/2014/main" id="{5F5779D8-33C3-4D79-AC1B-8F750AA506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4375" y="5078250"/>
            <a:ext cx="22636500" cy="279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00" b="1">
                <a:latin typeface="Helvetica Neue"/>
                <a:ea typeface="Helvetica Neue"/>
                <a:cs typeface="Helvetica Neue"/>
              </a:rPr>
              <a:t>Откройте артефакты</a:t>
            </a: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Практики 1</a:t>
            </a:r>
            <a:endParaRPr sz="10100" b="1"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756" name="Google Shape;751;g39221fdf1b9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48bf9fc79d47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758863" y="7569668"/>
            <a:ext cx="11265725" cy="4767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57" name="Google Shape;752;g39221fdf1b9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a52f0ba89d49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301007">
            <a:off x="-5639946" y="-923526"/>
            <a:ext cx="8334452" cy="8334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58" name="Google Shape;753;g39221fdf1b9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c78819ae7349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95836" y="2918100"/>
            <a:ext cx="2034875" cy="2034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728644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8" name="Google Shape;758;g3c75f29ecd1_0_167">
            <a:extLst xmlns:a="http://schemas.openxmlformats.org/drawingml/2006/main">
              <a:ext uri="{FF2B5EF4-FFF2-40B4-BE49-F238E27FC236}">
                <a16:creationId xmlns:a16="http://schemas.microsoft.com/office/drawing/2014/main" id="{39C62877-84AB-4156-9241-4ABA5AA7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759" name="Google Shape;759;g3c75f29ecd1_0_167">
            <a:extLst xmlns:a="http://schemas.openxmlformats.org/drawingml/2006/main">
              <a:ext uri="{FF2B5EF4-FFF2-40B4-BE49-F238E27FC236}">
                <a16:creationId xmlns:a16="http://schemas.microsoft.com/office/drawing/2014/main" id="{FD2B24BA-51C9-451C-A2EA-5A86039E4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4375" y="5078250"/>
            <a:ext cx="22636500" cy="279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00" b="1">
                <a:latin typeface="Helvetica Neue"/>
                <a:ea typeface="Helvetica Neue"/>
                <a:cs typeface="Helvetica Neue"/>
              </a:rPr>
              <a:t>Что сдаём сегодня?</a:t>
            </a:r>
          </a:p>
        </p:txBody>
      </p:sp>
      <p:pic>
        <p:nvPicPr>
          <p:cNvPr id="768" name="Google Shape;760;g3c75f29ecd1_0_1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256976141144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301007">
            <a:off x="-5639946" y="-923526"/>
            <a:ext cx="8334452" cy="8334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61" name="Google Shape;761;g3c75f29ecd1_0_167">
            <a:extLst xmlns:a="http://schemas.openxmlformats.org/drawingml/2006/main">
              <a:ext uri="{FF2B5EF4-FFF2-40B4-BE49-F238E27FC236}">
                <a16:creationId xmlns:a16="http://schemas.microsoft.com/office/drawing/2014/main" id="{B35ED674-9E10-48B7-9AB3-4A01F74C4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71400" y="9254025"/>
            <a:ext cx="5146200" cy="139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3800"/>
              <a:t>prompts.md + 6 experiment.md</a:t>
            </a:r>
          </a:p>
        </p:txBody>
      </p:sp>
      <p:pic>
        <p:nvPicPr>
          <p:cNvPr id="770" name="Google Shape;762;g3c75f29ecd1_0_1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34c6925dcf48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37172" y="5542782"/>
            <a:ext cx="8821750" cy="88216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1" name="Google Shape;763;g3c75f29ecd1_0_1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f0723bb04543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273003">
            <a:off x="-5883601" y="-1167262"/>
            <a:ext cx="8821754" cy="882193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2" name="Google Shape;764;g3c75f29ecd1_0_1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8c2196516446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42274" y="2864544"/>
            <a:ext cx="2141975" cy="2141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854867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49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e3e2908a6c49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643650" y="471100"/>
            <a:ext cx="6022500" cy="602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g3aab872a610_1_18">
            <a:extLst xmlns:a="http://schemas.openxmlformats.org/drawingml/2006/main">
              <a:ext uri="{FF2B5EF4-FFF2-40B4-BE49-F238E27FC236}">
                <a16:creationId xmlns:a16="http://schemas.microsoft.com/office/drawing/2014/main" id="{09C33428-FB9B-4A4C-B78D-F2024AB1E7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89100" y="2986575"/>
            <a:ext cx="22607700" cy="155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</a:pPr>
            <a:r>
              <a:rPr sz="15800"/>
              <a:t>90 минут</a:t>
            </a:r>
            <a:endParaRPr/>
          </a:p>
        </p:txBody>
      </p:sp>
      <p:sp>
        <p:nvSpPr>
          <p:cNvPr id="151" name="Google Shape;151;g3aab872a610_1_18">
            <a:extLst xmlns:a="http://schemas.openxmlformats.org/drawingml/2006/main">
              <a:ext uri="{FF2B5EF4-FFF2-40B4-BE49-F238E27FC236}">
                <a16:creationId xmlns:a16="http://schemas.microsoft.com/office/drawing/2014/main" id="{FC733544-3C64-425C-83CC-9F643E2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388" y="657903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152" name="Google Shape;152;g3aab872a610_1_18">
            <a:extLst xmlns:a="http://schemas.openxmlformats.org/drawingml/2006/main">
              <a:ext uri="{FF2B5EF4-FFF2-40B4-BE49-F238E27FC236}">
                <a16:creationId xmlns:a16="http://schemas.microsoft.com/office/drawing/2014/main" id="{A16847E6-218B-4F09-B859-46DFFF9E1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1101" y="5651975"/>
            <a:ext cx="17687100" cy="67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r>
              <a:rPr sz="2700"/>
              <a:t>1. 0–10  Выбрать слабый артефакт Практики 1</a:t>
            </a:r>
          </a:p>
          <a:p xmlns:a="http://schemas.openxmlformats.org/drawingml/2006/main">
            <a:r>
              <a:rPr sz="2700"/>
              <a:t>2. 10–46  Шесть экспериментов по 6 минут</a:t>
            </a:r>
          </a:p>
          <a:p xmlns:a="http://schemas.openxmlformats.org/drawingml/2006/main">
            <a:r>
              <a:rPr sz="2700"/>
              <a:t>3. 46–65  Свести изменения в prompts.md</a:t>
            </a:r>
          </a:p>
          <a:p xmlns:a="http://schemas.openxmlformats.org/drawingml/2006/main">
            <a:r>
              <a:rPr sz="2700"/>
              <a:t>4. 65–80  Независимая проверка другой командой</a:t>
            </a:r>
          </a:p>
          <a:p xmlns:a="http://schemas.openxmlformats.org/drawingml/2006/main">
            <a:r>
              <a:rPr sz="2700"/>
              <a:t>5. 80–90  Исправить файлы и добавить evidence</a:t>
            </a:r>
          </a:p>
        </p:txBody>
      </p:sp>
      <p:pic>
        <p:nvPicPr>
          <p:cNvPr id="160" name="Google Shape;153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971625e5f040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689756" y="5486847"/>
            <a:ext cx="10255775" cy="10255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54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1151d2f3cf43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83102" y="5287322"/>
            <a:ext cx="6237102" cy="62370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054960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2" name="Google Shape;362;p42">
            <a:extLst xmlns:a="http://schemas.openxmlformats.org/drawingml/2006/main">
              <a:ext uri="{FF2B5EF4-FFF2-40B4-BE49-F238E27FC236}">
                <a16:creationId xmlns:a16="http://schemas.microsoft.com/office/drawing/2014/main" id="{294DFDC2-CE12-4DA8-BD86-E832FCDD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3144501" y="699700"/>
            <a:ext cx="4719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fld id="{00000000-1234-1234-1234-123412341234}" type="slidenum">
              <a:rPr>
                <a:solidFill>
                  <a:srgbClr val="000000"/>
                </a:solidFill>
              </a:rPr>
              <a:t>6</a:t>
            </a:fld>
            <a:endParaRPr/>
          </a:p>
        </p:txBody>
      </p:sp>
      <p:sp>
        <p:nvSpPr>
          <p:cNvPr id="363" name="Google Shape;363;p42">
            <a:extLst xmlns:a="http://schemas.openxmlformats.org/drawingml/2006/main">
              <a:ext uri="{FF2B5EF4-FFF2-40B4-BE49-F238E27FC236}">
                <a16:creationId xmlns:a16="http://schemas.microsoft.com/office/drawing/2014/main" id="{BD6E5ED6-B650-429F-AE59-DAD08268B6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98513" y="2700000"/>
            <a:ext cx="22734000" cy="17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Helvetica Neue"/>
              <a:buNone/>
            </a:pPr>
            <a:r>
              <a:t>6 раундов × 6 минут</a:t>
            </a:r>
          </a:p>
        </p:txBody>
      </p:sp>
      <p:sp>
        <p:nvSpPr>
          <p:cNvPr id="364" name="Google Shape;364;p42">
            <a:extLst xmlns:a="http://schemas.openxmlformats.org/drawingml/2006/main">
              <a:ext uri="{FF2B5EF4-FFF2-40B4-BE49-F238E27FC236}">
                <a16:creationId xmlns:a16="http://schemas.microsoft.com/office/drawing/2014/main" id="{95C33D9B-D84F-40B6-81A3-7AA4BA77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29" y="10640338"/>
            <a:ext cx="2175222" cy="2175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dist="152400" dir="2741011" rotWithShape="0">
              <a:srgbClr val="000000"/>
            </a:outerShdw>
          </a:effectLst>
        </p:spPr>
        <p:txBody>
          <a:bodyPr xmlns:a="http://schemas.openxmlformats.org/drawingml/2006/main" spcFirstLastPara="1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5" name="Google Shape;365;p42">
            <a:extLst xmlns:a="http://schemas.openxmlformats.org/drawingml/2006/main">
              <a:ext uri="{FF2B5EF4-FFF2-40B4-BE49-F238E27FC236}">
                <a16:creationId xmlns:a16="http://schemas.microsoft.com/office/drawing/2014/main" id="{9CA14D69-BDB6-4D17-822B-9C77A493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19" y="10981362"/>
            <a:ext cx="1032300" cy="17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r>
              <a:rPr sz="1800"/>
              <a:t>ASK</a:t>
            </a:r>
          </a:p>
        </p:txBody>
      </p:sp>
      <p:sp>
        <p:nvSpPr>
          <p:cNvPr id="366" name="Google Shape;366;p42">
            <a:extLst xmlns:a="http://schemas.openxmlformats.org/drawingml/2006/main">
              <a:ext uri="{FF2B5EF4-FFF2-40B4-BE49-F238E27FC236}">
                <a16:creationId xmlns:a16="http://schemas.microsoft.com/office/drawing/2014/main" id="{AC117418-159B-4D5A-B8AD-8C6FC0BC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266" y="6857988"/>
            <a:ext cx="2175300" cy="217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7" name="Google Shape;367;p42">
            <a:extLst xmlns:a="http://schemas.openxmlformats.org/drawingml/2006/main">
              <a:ext uri="{FF2B5EF4-FFF2-40B4-BE49-F238E27FC236}">
                <a16:creationId xmlns:a16="http://schemas.microsoft.com/office/drawing/2014/main" id="{6C5D8A17-B17F-459D-9AE9-D152E983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646" y="7174418"/>
            <a:ext cx="1032300" cy="17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r>
              <a:rPr sz="1800"/>
              <a:t>EDIT</a:t>
            </a:r>
          </a:p>
        </p:txBody>
      </p:sp>
      <p:sp>
        <p:nvSpPr>
          <p:cNvPr id="368" name="Google Shape;368;p42">
            <a:extLst xmlns:a="http://schemas.openxmlformats.org/drawingml/2006/main">
              <a:ext uri="{FF2B5EF4-FFF2-40B4-BE49-F238E27FC236}">
                <a16:creationId xmlns:a16="http://schemas.microsoft.com/office/drawing/2014/main" id="{E6E5541F-37A6-4748-BB14-FFE731C0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6278" y="8866013"/>
            <a:ext cx="2175300" cy="217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9" name="Google Shape;369;p42">
            <a:extLst xmlns:a="http://schemas.openxmlformats.org/drawingml/2006/main">
              <a:ext uri="{FF2B5EF4-FFF2-40B4-BE49-F238E27FC236}">
                <a16:creationId xmlns:a16="http://schemas.microsoft.com/office/drawing/2014/main" id="{8F72CEB2-90AB-4A3C-BA04-4D586E2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3950" y="9207037"/>
            <a:ext cx="1032300" cy="17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r>
              <a:rPr sz="1800"/>
              <a:t>CHECK</a:t>
            </a:r>
          </a:p>
        </p:txBody>
      </p:sp>
      <p:sp>
        <p:nvSpPr>
          <p:cNvPr id="370" name="Google Shape;370;p42">
            <a:extLst xmlns:a="http://schemas.openxmlformats.org/drawingml/2006/main">
              <a:ext uri="{FF2B5EF4-FFF2-40B4-BE49-F238E27FC236}">
                <a16:creationId xmlns:a16="http://schemas.microsoft.com/office/drawing/2014/main" id="{51910823-B5D9-44BC-B73D-BC68ED3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2789" y="4447588"/>
            <a:ext cx="2175300" cy="217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1" name="Google Shape;371;p42">
            <a:extLst xmlns:a="http://schemas.openxmlformats.org/drawingml/2006/main">
              <a:ext uri="{FF2B5EF4-FFF2-40B4-BE49-F238E27FC236}">
                <a16:creationId xmlns:a16="http://schemas.microsoft.com/office/drawing/2014/main" id="{C0FEA914-E1B7-4C67-BD58-DC860E35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5374" y="4762809"/>
            <a:ext cx="1032300" cy="17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r>
              <a:rPr sz="1800"/>
              <a:t>FIX</a:t>
            </a:r>
          </a:p>
        </p:txBody>
      </p:sp>
      <p:sp>
        <p:nvSpPr>
          <p:cNvPr id="372" name="Google Shape;372;p42">
            <a:extLst xmlns:a="http://schemas.openxmlformats.org/drawingml/2006/main">
              <a:ext uri="{FF2B5EF4-FFF2-40B4-BE49-F238E27FC236}">
                <a16:creationId xmlns:a16="http://schemas.microsoft.com/office/drawing/2014/main" id="{AE19EF74-AC2C-4C43-A1A9-FFB146363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825" y="5358275"/>
            <a:ext cx="12242100" cy="23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Few-shot · RCTF · CoV · ToT</a:t>
            </a:r>
          </a:p>
          <a:p xmlns:a="http://schemas.openxmlformats.org/drawingml/2006/main">
            <a:r>
              <a:rPr sz="3200"/>
              <a:t>RAG · ReAct</a:t>
            </a:r>
          </a:p>
          <a:p xmlns:a="http://schemas.openxmlformats.org/drawingml/2006/main">
            <a:r>
              <a:rPr sz="3200"/>
              <a:t>Каждый experiment.md: вход → запрос → результат → правка → проверка</a:t>
            </a:r>
          </a:p>
        </p:txBody>
      </p:sp>
      <p:sp>
        <p:nvSpPr>
          <p:cNvPr id="373" name="Google Shape;373;p42">
            <a:extLst xmlns:a="http://schemas.openxmlformats.org/drawingml/2006/main">
              <a:ext uri="{FF2B5EF4-FFF2-40B4-BE49-F238E27FC236}">
                <a16:creationId xmlns:a16="http://schemas.microsoft.com/office/drawing/2014/main" id="{1638744F-BB61-400A-99F3-A1CB1A5A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3" y="664852"/>
            <a:ext cx="11424174" cy="480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D7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Saint Petersburg | 2026</a:t>
            </a:r>
          </a:p>
        </p:txBody>
      </p:sp>
      <p:pic>
        <p:nvPicPr>
          <p:cNvPr id="388" name="Google Shape;374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02a77c5a174f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15469" y="9479108"/>
            <a:ext cx="5353075" cy="5353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9" name="Google Shape;375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b7bb02a161447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29725" y="8892961"/>
            <a:ext cx="5147101" cy="5147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06700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3" name="Google Shape;435;g3b14dade707_0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5223a92a974d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14727" y="6825286"/>
            <a:ext cx="3448950" cy="3448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6" name="Google Shape;436;g3b14dade707_0_18">
            <a:extLst xmlns:a="http://schemas.openxmlformats.org/drawingml/2006/main">
              <a:ext uri="{FF2B5EF4-FFF2-40B4-BE49-F238E27FC236}">
                <a16:creationId xmlns:a16="http://schemas.microsoft.com/office/drawing/2014/main" id="{432923AE-F341-49CF-AF4A-5923B617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375" y="5345125"/>
            <a:ext cx="14608500" cy="3666900"/>
          </a:xfrm>
          <a:prstGeom xmlns:a="http://schemas.openxmlformats.org/drawingml/2006/main" prst="roundRect">
            <a:avLst>
              <a:gd name="adj" fmla="val 6880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44725" cmpd="sng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7325" tIns="107325" rIns="107325" bIns="1073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643"/>
          </a:p>
        </p:txBody>
      </p:sp>
      <p:sp>
        <p:nvSpPr>
          <p:cNvPr id="437" name="Google Shape;437;g3b14dade707_0_18">
            <a:extLst xmlns:a="http://schemas.openxmlformats.org/drawingml/2006/main">
              <a:ext uri="{FF2B5EF4-FFF2-40B4-BE49-F238E27FC236}">
                <a16:creationId xmlns:a16="http://schemas.microsoft.com/office/drawing/2014/main" id="{CCF9DFEF-2EA8-416E-9E20-EB8097E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438" name="Google Shape;438;g3b14dade707_0_18">
            <a:extLst xmlns:a="http://schemas.openxmlformats.org/drawingml/2006/main">
              <a:ext uri="{FF2B5EF4-FFF2-40B4-BE49-F238E27FC236}">
                <a16:creationId xmlns:a16="http://schemas.microsoft.com/office/drawing/2014/main" id="{3EF3510A-7406-4FD3-8DBD-6CECE288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125" y="6117925"/>
            <a:ext cx="13995000" cy="212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22222"/>
                </a:solidFill>
                <a:highlight>
                  <a:schemeClr val="lt1"/>
                </a:highlight>
              </a:rPr>
              <a:t>❌ «Посмотри этот PR и найди проблемы».</a:t>
            </a:r>
            <a:endParaRPr sz="4700" b="1">
              <a:solidFill>
                <a:srgbClr val="222222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9" name="Google Shape;439;g3b14dade707_0_18">
            <a:extLst xmlns:a="http://schemas.openxmlformats.org/drawingml/2006/main">
              <a:ext uri="{FF2B5EF4-FFF2-40B4-BE49-F238E27FC236}">
                <a16:creationId xmlns:a16="http://schemas.microsoft.com/office/drawing/2014/main" id="{A949122F-1571-4E49-990E-67A214712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939083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Плохой запрос</a:t>
            </a:r>
          </a:p>
        </p:txBody>
      </p:sp>
      <p:pic>
        <p:nvPicPr>
          <p:cNvPr id="448" name="Google Shape;440;g3b14dade707_0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93a5b5931b48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17150" y="2535350"/>
            <a:ext cx="9745699" cy="1233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49" name="Google Shape;441;g3b14dade707_0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3449f99af14f6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972301" y="9591815"/>
            <a:ext cx="8859075" cy="374941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712336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6" name="Google Shape;446;g3b14dade707_0_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6556529b534f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74006" y="3264838"/>
            <a:ext cx="11692974" cy="416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57" name="Google Shape;447;g3b14dade707_0_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8c6934a0f24b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20850" y="2387550"/>
            <a:ext cx="5730074" cy="1374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58" name="Google Shape;448;g3b14dade707_0_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8af2d2f46d422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822583" y="7873813"/>
            <a:ext cx="6020394" cy="602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9" name="Google Shape;449;g3b14dade707_0_27">
            <a:extLst xmlns:a="http://schemas.openxmlformats.org/drawingml/2006/main">
              <a:ext uri="{FF2B5EF4-FFF2-40B4-BE49-F238E27FC236}">
                <a16:creationId xmlns:a16="http://schemas.microsoft.com/office/drawing/2014/main" id="{B4DD33CE-0E0E-4B28-BAEF-D208622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738" y="4020350"/>
            <a:ext cx="20394600" cy="7806600"/>
          </a:xfrm>
          <a:prstGeom xmlns:a="http://schemas.openxmlformats.org/drawingml/2006/main" prst="roundRect">
            <a:avLst>
              <a:gd name="adj" fmla="val 6880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56E28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7325" tIns="107325" rIns="107325" bIns="1073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643"/>
          </a:p>
        </p:txBody>
      </p:sp>
      <p:sp>
        <p:nvSpPr>
          <p:cNvPr id="450" name="Google Shape;450;g3b14dade707_0_27">
            <a:extLst xmlns:a="http://schemas.openxmlformats.org/drawingml/2006/main">
              <a:ext uri="{FF2B5EF4-FFF2-40B4-BE49-F238E27FC236}">
                <a16:creationId xmlns:a16="http://schemas.microsoft.com/office/drawing/2014/main" id="{410E8008-DD56-448D-8007-35F9118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451" name="Google Shape;451;g3b14dade707_0_27">
            <a:extLst xmlns:a="http://schemas.openxmlformats.org/drawingml/2006/main">
              <a:ext uri="{FF2B5EF4-FFF2-40B4-BE49-F238E27FC236}">
                <a16:creationId xmlns:a16="http://schemas.microsoft.com/office/drawing/2014/main" id="{B2CE2278-16ED-4F88-BC4E-E3733B15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413" y="4179000"/>
            <a:ext cx="20210100" cy="730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sz="4100" b="1">
                <a:solidFill>
                  <a:srgbClr val="222222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</a:rPr>
              <a:t>Role: помощник ревьюера backend PR.</a:t>
            </a:r>
          </a:p>
          <a:p xmlns:a="http://schemas.openxmlformats.org/drawingml/2006/main">
            <a:pPr marL="457200" lvl="0" indent="-48895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rgbClr val="222222"/>
              </a:buClr>
              <a:buSzPts val="4100"/>
              <a:buChar char="●"/>
            </a:pPr>
            <a:r>
              <a:rPr sz="4100" b="1">
                <a:solidFill>
                  <a:srgbClr val="222222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</a:rPr>
              <a:t>Context: diff + правила репозитория.</a:t>
            </a:r>
            <a:endParaRPr sz="4100">
              <a:solidFill>
                <a:srgbClr val="222222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457200" lvl="0" indent="-48895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100"/>
              <a:buChar char="●"/>
            </a:pPr>
            <a:r>
              <a:rPr sz="4100" b="1">
                <a:solidFill>
                  <a:srgbClr val="222222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</a:rPr>
              <a:t>Task: summary; до 3 рисков с file:line; проверки.</a:t>
            </a:r>
            <a:endParaRPr sz="4100">
              <a:solidFill>
                <a:srgbClr val="222222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457200" lvl="0" indent="-48895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100"/>
              <a:buChar char="●"/>
            </a:pPr>
            <a:r>
              <a:rPr sz="4100" b="1">
                <a:solidFill>
                  <a:srgbClr val="222222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</a:rPr>
              <a:t>Format: summary / risks / checks.</a:t>
            </a:r>
            <a:endParaRPr sz="4100">
              <a:solidFill>
                <a:srgbClr val="222222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457200" lvl="0" indent="-48895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100"/>
              <a:buChar char="●"/>
            </a:pPr>
            <a:r>
              <a:rPr sz="4100" b="1">
                <a:solidFill>
                  <a:srgbClr val="222222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</a:rPr>
              <a:t>Boundaries: не approve, не merge, не меняй код. Если данных мало — задай вопрос.</a:t>
            </a:r>
            <a:endParaRPr sz="4100">
              <a:solidFill>
                <a:srgbClr val="222222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52" name="Google Shape;452;g3b14dade707_0_27">
            <a:extLst xmlns:a="http://schemas.openxmlformats.org/drawingml/2006/main">
              <a:ext uri="{FF2B5EF4-FFF2-40B4-BE49-F238E27FC236}">
                <a16:creationId xmlns:a16="http://schemas.microsoft.com/office/drawing/2014/main" id="{BEE211F1-8A13-49B0-9754-8C4C00D30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939083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Первый рабочий запрос</a:t>
            </a:r>
          </a:p>
        </p:txBody>
      </p:sp>
    </p:spTree>
    <p:extLst>
      <p:ext uri="{BB962C8B-B14F-4D97-AF65-F5344CB8AC3E}">
        <p14:creationId xmlns:p14="http://schemas.microsoft.com/office/powerpoint/2010/main" val="15290609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9" name="Google Shape;560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9e83cafaa34d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78622" y="3162013"/>
            <a:ext cx="7970374" cy="2836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0" name="Google Shape;561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952653e4fe45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099399" y="2396149"/>
            <a:ext cx="11092650" cy="11092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62" name="Google Shape;562;g3b1e86c84b1_1_12">
            <a:extLst xmlns:a="http://schemas.openxmlformats.org/drawingml/2006/main">
              <a:ext uri="{FF2B5EF4-FFF2-40B4-BE49-F238E27FC236}">
                <a16:creationId xmlns:a16="http://schemas.microsoft.com/office/drawing/2014/main" id="{ED37FE3F-F2B4-407B-B200-496406B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50" y="4470050"/>
            <a:ext cx="21788700" cy="5734800"/>
          </a:xfrm>
          <a:prstGeom xmlns:a="http://schemas.openxmlformats.org/drawingml/2006/main" prst="roundRect">
            <a:avLst>
              <a:gd name="adj" fmla="val 8056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A688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g3b1e86c84b1_1_12">
            <a:extLst xmlns:a="http://schemas.openxmlformats.org/drawingml/2006/main">
              <a:ext uri="{FF2B5EF4-FFF2-40B4-BE49-F238E27FC236}">
                <a16:creationId xmlns:a16="http://schemas.microsoft.com/office/drawing/2014/main" id="{71809AF2-0174-4519-88F7-E6C4FEF6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64" name="Google Shape;564;g3b1e86c84b1_1_12">
            <a:extLst xmlns:a="http://schemas.openxmlformats.org/drawingml/2006/main">
              <a:ext uri="{FF2B5EF4-FFF2-40B4-BE49-F238E27FC236}">
                <a16:creationId xmlns:a16="http://schemas.microsoft.com/office/drawing/2014/main" id="{BC0AEA34-46D5-4F2A-A03B-30FEC291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550" y="4734725"/>
            <a:ext cx="20544900" cy="5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• У техники есть конкретная цель</a:t>
            </a:r>
          </a:p>
          <a:p xmlns:a="http://schemas.openxmlformats.org/drawingml/2006/main">
            <a:r>
              <a:rPr sz="3000"/>
              <a:t>• Сохранён запрос</a:t>
            </a:r>
          </a:p>
          <a:p xmlns:a="http://schemas.openxmlformats.org/drawingml/2006/main">
            <a:r>
              <a:rPr sz="3000"/>
              <a:t>• Сохранён короткий результат</a:t>
            </a:r>
          </a:p>
          <a:p xmlns:a="http://schemas.openxmlformats.org/drawingml/2006/main">
            <a:r>
              <a:rPr sz="3000"/>
              <a:t>• Изменён рабочий артефакт</a:t>
            </a:r>
          </a:p>
          <a:p xmlns:a="http://schemas.openxmlformats.org/drawingml/2006/main">
            <a:r>
              <a:rPr sz="3000"/>
              <a:t>• Записана проверка</a:t>
            </a:r>
          </a:p>
          <a:p xmlns:a="http://schemas.openxmlformats.org/drawingml/2006/main">
            <a:r>
              <a:rPr sz="3000"/>
              <a:t>• Эффект отличается от других строк</a:t>
            </a:r>
          </a:p>
        </p:txBody>
      </p:sp>
      <p:sp>
        <p:nvSpPr>
          <p:cNvPr id="565" name="Google Shape;565;g3b1e86c84b1_1_12">
            <a:extLst xmlns:a="http://schemas.openxmlformats.org/drawingml/2006/main">
              <a:ext uri="{FF2B5EF4-FFF2-40B4-BE49-F238E27FC236}">
                <a16:creationId xmlns:a16="http://schemas.microsoft.com/office/drawing/2014/main" id="{57A0E98B-A44E-4C94-8EC3-9131EE06D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Заполните 6 строк</a:t>
            </a:r>
          </a:p>
        </p:txBody>
      </p:sp>
      <p:pic>
        <p:nvPicPr>
          <p:cNvPr id="575" name="Google Shape;566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8ca9b0f5d447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97831" y="8986389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978760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8" name="Google Shape;571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26fca44f984a7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740" y="4048275"/>
            <a:ext cx="11463338" cy="114633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2" name="Google Shape;572;g3b1e86c84b1_1_40">
            <a:extLst xmlns:a="http://schemas.openxmlformats.org/drawingml/2006/main">
              <a:ext uri="{FF2B5EF4-FFF2-40B4-BE49-F238E27FC236}">
                <a16:creationId xmlns:a16="http://schemas.microsoft.com/office/drawing/2014/main" id="{A5005E15-9A20-44F8-8692-C0DE79C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0" y="3259575"/>
            <a:ext cx="22383600" cy="10060800"/>
          </a:xfrm>
          <a:prstGeom xmlns:a="http://schemas.openxmlformats.org/drawingml/2006/main" prst="roundRect">
            <a:avLst>
              <a:gd name="adj" fmla="val 6509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A688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3b1e86c84b1_1_40">
            <a:extLst xmlns:a="http://schemas.openxmlformats.org/drawingml/2006/main">
              <a:ext uri="{FF2B5EF4-FFF2-40B4-BE49-F238E27FC236}">
                <a16:creationId xmlns:a16="http://schemas.microsoft.com/office/drawing/2014/main" id="{B0000DE1-4B08-4363-9DF6-8D5BFFF9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74" name="Google Shape;574;g3b1e86c84b1_1_40">
            <a:extLst xmlns:a="http://schemas.openxmlformats.org/drawingml/2006/main">
              <a:ext uri="{FF2B5EF4-FFF2-40B4-BE49-F238E27FC236}">
                <a16:creationId xmlns:a16="http://schemas.microsoft.com/office/drawing/2014/main" id="{FB3C4F3B-D8A7-485B-BBF3-EADE8BA4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50" y="3376925"/>
            <a:ext cx="21765300" cy="1038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• Цель — один результат</a:t>
            </a:r>
          </a:p>
          <a:p xmlns:a="http://schemas.openxmlformats.org/drawingml/2006/main">
            <a:r>
              <a:rPr sz="3000"/>
              <a:t>• Контекст и входные данные</a:t>
            </a:r>
          </a:p>
          <a:p xmlns:a="http://schemas.openxmlformats.org/drawingml/2006/main">
            <a:r>
              <a:rPr sz="3000"/>
              <a:t>• Разрешённые действия</a:t>
            </a:r>
          </a:p>
          <a:p xmlns:a="http://schemas.openxmlformats.org/drawingml/2006/main">
            <a:r>
              <a:rPr sz="3000"/>
              <a:t>• Запрещённые действия</a:t>
            </a:r>
          </a:p>
          <a:p xmlns:a="http://schemas.openxmlformats.org/drawingml/2006/main">
            <a:r>
              <a:rPr sz="3000"/>
              <a:t>• Какие файлы можно менять</a:t>
            </a:r>
          </a:p>
          <a:p xmlns:a="http://schemas.openxmlformats.org/drawingml/2006/main">
            <a:r>
              <a:rPr sz="3000"/>
              <a:t>• Формат результата</a:t>
            </a:r>
          </a:p>
          <a:p xmlns:a="http://schemas.openxmlformats.org/drawingml/2006/main">
            <a:r>
              <a:rPr sz="3000"/>
              <a:t>• Definition of Done</a:t>
            </a:r>
          </a:p>
        </p:txBody>
      </p:sp>
      <p:sp>
        <p:nvSpPr>
          <p:cNvPr id="575" name="Google Shape;575;g3b1e86c84b1_1_40">
            <a:extLst xmlns:a="http://schemas.openxmlformats.org/drawingml/2006/main">
              <a:ext uri="{FF2B5EF4-FFF2-40B4-BE49-F238E27FC236}">
                <a16:creationId xmlns:a16="http://schemas.microsoft.com/office/drawing/2014/main" id="{51458223-BF0A-45AA-B7A2-3776AF61A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Финальное задание агенту</a:t>
            </a:r>
          </a:p>
        </p:txBody>
      </p:sp>
      <p:pic>
        <p:nvPicPr>
          <p:cNvPr id="583" name="Google Shape;576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dca273af66405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154456" y="1428702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470864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8" name="Google Shape;571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ecd5d6480745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740" y="4048275"/>
            <a:ext cx="11463338" cy="114633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2" name="Google Shape;572;g3b1e86c84b1_1_40">
            <a:extLst xmlns:a="http://schemas.openxmlformats.org/drawingml/2006/main">
              <a:ext uri="{FF2B5EF4-FFF2-40B4-BE49-F238E27FC236}">
                <a16:creationId xmlns:a16="http://schemas.microsoft.com/office/drawing/2014/main" id="{A5005E15-9A20-44F8-8692-C0DE79C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0" y="3259575"/>
            <a:ext cx="22383600" cy="10060800"/>
          </a:xfrm>
          <a:prstGeom xmlns:a="http://schemas.openxmlformats.org/drawingml/2006/main" prst="roundRect">
            <a:avLst>
              <a:gd name="adj" fmla="val 6509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A688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3b1e86c84b1_1_40">
            <a:extLst xmlns:a="http://schemas.openxmlformats.org/drawingml/2006/main">
              <a:ext uri="{FF2B5EF4-FFF2-40B4-BE49-F238E27FC236}">
                <a16:creationId xmlns:a16="http://schemas.microsoft.com/office/drawing/2014/main" id="{B0000DE1-4B08-4363-9DF6-8D5BFFF9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74" name="Google Shape;574;g3b1e86c84b1_1_40">
            <a:extLst xmlns:a="http://schemas.openxmlformats.org/drawingml/2006/main">
              <a:ext uri="{FF2B5EF4-FFF2-40B4-BE49-F238E27FC236}">
                <a16:creationId xmlns:a16="http://schemas.microsoft.com/office/drawing/2014/main" id="{FB3C4F3B-D8A7-485B-BBF3-EADE8BA4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50" y="3376925"/>
            <a:ext cx="21765300" cy="1038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• Позитивный: корректный PR</a:t>
            </a:r>
          </a:p>
          <a:p xmlns:a="http://schemas.openxmlformats.org/drawingml/2006/main">
            <a:r>
              <a:rPr sz="3000"/>
              <a:t>• Негативный: нет правил репозитория</a:t>
            </a:r>
          </a:p>
          <a:p xmlns:a="http://schemas.openxmlformats.org/drawingml/2006/main">
            <a:r>
              <a:rPr sz="3000"/>
              <a:t>• Граничный: огромный diff или нет line evidence</a:t>
            </a:r>
          </a:p>
          <a:p xmlns:a="http://schemas.openxmlformats.org/drawingml/2006/main">
            <a:r>
              <a:rPr sz="3000"/>
              <a:t>• Для каждого: Given / When / Then</a:t>
            </a:r>
          </a:p>
        </p:txBody>
      </p:sp>
      <p:sp>
        <p:nvSpPr>
          <p:cNvPr id="575" name="Google Shape;575;g3b1e86c84b1_1_40">
            <a:extLst xmlns:a="http://schemas.openxmlformats.org/drawingml/2006/main">
              <a:ext uri="{FF2B5EF4-FFF2-40B4-BE49-F238E27FC236}">
                <a16:creationId xmlns:a16="http://schemas.microsoft.com/office/drawing/2014/main" id="{51458223-BF0A-45AA-B7A2-3776AF61A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Три сценария</a:t>
            </a:r>
          </a:p>
        </p:txBody>
      </p:sp>
      <p:pic>
        <p:nvPicPr>
          <p:cNvPr id="583" name="Google Shape;576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59c13105fd4ef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154456" y="1428702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470864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8" name="Google Shape;550;g3b1e86c84b1_1_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81a08b7eb142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721412" y="1511529"/>
            <a:ext cx="6894425" cy="689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59" name="Google Shape;551;g3b1e86c84b1_1_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831d95ec9b41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399935">
            <a:off x="-3014377" y="10581923"/>
            <a:ext cx="12110750" cy="4309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2" name="Google Shape;552;g3b1e86c84b1_1_6">
            <a:extLst xmlns:a="http://schemas.openxmlformats.org/drawingml/2006/main">
              <a:ext uri="{FF2B5EF4-FFF2-40B4-BE49-F238E27FC236}">
                <a16:creationId xmlns:a16="http://schemas.microsoft.com/office/drawing/2014/main" id="{ADBCEEA3-5707-46B8-856C-2EEFFFEB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00" y="3259575"/>
            <a:ext cx="22392600" cy="10060800"/>
          </a:xfrm>
          <a:prstGeom xmlns:a="http://schemas.openxmlformats.org/drawingml/2006/main" prst="roundRect">
            <a:avLst>
              <a:gd name="adj" fmla="val 8056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3DA6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g3b1e86c84b1_1_6">
            <a:extLst xmlns:a="http://schemas.openxmlformats.org/drawingml/2006/main">
              <a:ext uri="{FF2B5EF4-FFF2-40B4-BE49-F238E27FC236}">
                <a16:creationId xmlns:a16="http://schemas.microsoft.com/office/drawing/2014/main" id="{E2ACA921-8CE5-4FEF-B3A1-F1757778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54" name="Google Shape;554;g3b1e86c84b1_1_6">
            <a:extLst xmlns:a="http://schemas.openxmlformats.org/drawingml/2006/main">
              <a:ext uri="{FF2B5EF4-FFF2-40B4-BE49-F238E27FC236}">
                <a16:creationId xmlns:a16="http://schemas.microsoft.com/office/drawing/2014/main" id="{83F08903-9253-4677-809E-F067B809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75" y="3619400"/>
            <a:ext cx="22055400" cy="9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400"/>
              <a:t>1. Draft: черновик рисков.</a:t>
            </a:r>
          </a:p>
          <a:p xmlns:a="http://schemas.openxmlformats.org/drawingml/2006/main">
            <a:r>
              <a:rPr sz="3400"/>
              <a:t>2. Verify: для каждого риска спроси — где доказательство в diff или правилах?</a:t>
            </a:r>
          </a:p>
          <a:p xmlns:a="http://schemas.openxmlformats.org/drawingml/2006/main">
            <a:r>
              <a:rPr sz="3400"/>
              <a:t>3. Check: убери утверждения без file:line или источника.</a:t>
            </a:r>
          </a:p>
          <a:p xmlns:a="http://schemas.openxmlformats.org/drawingml/2006/main">
            <a:r>
              <a:rPr sz="3400"/>
              <a:t>4. Final: верни только подтверждённые риски и проверки.</a:t>
            </a:r>
          </a:p>
        </p:txBody>
      </p:sp>
      <p:sp>
        <p:nvSpPr>
          <p:cNvPr id="555" name="Google Shape;555;g3b1e86c84b1_1_6">
            <a:extLst xmlns:a="http://schemas.openxmlformats.org/drawingml/2006/main">
              <a:ext uri="{FF2B5EF4-FFF2-40B4-BE49-F238E27FC236}">
                <a16:creationId xmlns:a16="http://schemas.microsoft.com/office/drawing/2014/main" id="{2B23531A-F31B-480C-BD76-61025C81A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CoV: уберите неподтверждённое</a:t>
            </a:r>
          </a:p>
        </p:txBody>
      </p:sp>
    </p:spTree>
    <p:extLst>
      <p:ext uri="{BB962C8B-B14F-4D97-AF65-F5344CB8AC3E}">
        <p14:creationId xmlns:p14="http://schemas.microsoft.com/office/powerpoint/2010/main" val="6263928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8" name="Google Shape;571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5b6cebfdca43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740" y="4048275"/>
            <a:ext cx="11463338" cy="114633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2" name="Google Shape;572;g3b1e86c84b1_1_40">
            <a:extLst xmlns:a="http://schemas.openxmlformats.org/drawingml/2006/main">
              <a:ext uri="{FF2B5EF4-FFF2-40B4-BE49-F238E27FC236}">
                <a16:creationId xmlns:a16="http://schemas.microsoft.com/office/drawing/2014/main" id="{A5005E15-9A20-44F8-8692-C0DE79C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0" y="3259575"/>
            <a:ext cx="22383600" cy="10060800"/>
          </a:xfrm>
          <a:prstGeom xmlns:a="http://schemas.openxmlformats.org/drawingml/2006/main" prst="roundRect">
            <a:avLst>
              <a:gd name="adj" fmla="val 6509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A688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3b1e86c84b1_1_40">
            <a:extLst xmlns:a="http://schemas.openxmlformats.org/drawingml/2006/main">
              <a:ext uri="{FF2B5EF4-FFF2-40B4-BE49-F238E27FC236}">
                <a16:creationId xmlns:a16="http://schemas.microsoft.com/office/drawing/2014/main" id="{B0000DE1-4B08-4363-9DF6-8D5BFFF9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74" name="Google Shape;574;g3b1e86c84b1_1_40">
            <a:extLst xmlns:a="http://schemas.openxmlformats.org/drawingml/2006/main">
              <a:ext uri="{FF2B5EF4-FFF2-40B4-BE49-F238E27FC236}">
                <a16:creationId xmlns:a16="http://schemas.microsoft.com/office/drawing/2014/main" id="{FB3C4F3B-D8A7-485B-BBF3-EADE8BA4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50" y="3376925"/>
            <a:ext cx="21765300" cy="1038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• Критерий → проверка → evidence</a:t>
            </a:r>
          </a:p>
          <a:p xmlns:a="http://schemas.openxmlformats.org/drawingml/2006/main">
            <a:r>
              <a:rPr sz="3000"/>
              <a:t>• Summary → ручная сверка с diff</a:t>
            </a:r>
          </a:p>
          <a:p xmlns:a="http://schemas.openxmlformats.org/drawingml/2006/main">
            <a:r>
              <a:rPr sz="3000"/>
              <a:t>• Риск → file:line или источник правила</a:t>
            </a:r>
          </a:p>
          <a:p xmlns:a="http://schemas.openxmlformats.org/drawingml/2006/main">
            <a:r>
              <a:rPr sz="3000"/>
              <a:t>• Проверка → конкретная команда</a:t>
            </a:r>
          </a:p>
          <a:p xmlns:a="http://schemas.openxmlformats.org/drawingml/2006/main">
            <a:r>
              <a:rPr sz="3000"/>
              <a:t>• Запрет → guardrail</a:t>
            </a:r>
          </a:p>
          <a:p xmlns:a="http://schemas.openxmlformats.org/drawingml/2006/main">
            <a:r>
              <a:rPr sz="3000"/>
              <a:t>• Ошибка → ожидаемая остановка</a:t>
            </a:r>
          </a:p>
        </p:txBody>
      </p:sp>
      <p:sp>
        <p:nvSpPr>
          <p:cNvPr id="575" name="Google Shape;575;g3b1e86c84b1_1_40">
            <a:extLst xmlns:a="http://schemas.openxmlformats.org/drawingml/2006/main">
              <a:ext uri="{FF2B5EF4-FFF2-40B4-BE49-F238E27FC236}">
                <a16:creationId xmlns:a16="http://schemas.microsoft.com/office/drawing/2014/main" id="{51458223-BF0A-45AA-B7A2-3776AF61A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Проверка</a:t>
            </a:r>
          </a:p>
        </p:txBody>
      </p:sp>
      <p:pic>
        <p:nvPicPr>
          <p:cNvPr id="583" name="Google Shape;576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9f1e2a75d04d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154456" y="1428702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470864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1" name="Google Shape;611;g3b2df968d6c_0_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df292ed8ac4f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456063" y="-276876"/>
            <a:ext cx="9457187" cy="94571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2" name="Google Shape;612;g3b2df968d6c_0_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23bc8ef78740b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16525" y="-11272"/>
            <a:ext cx="7434364" cy="77920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3" name="Google Shape;613;g3b2df968d6c_0_21">
            <a:extLst xmlns:a="http://schemas.openxmlformats.org/drawingml/2006/main">
              <a:ext uri="{FF2B5EF4-FFF2-40B4-BE49-F238E27FC236}">
                <a16:creationId xmlns:a16="http://schemas.microsoft.com/office/drawing/2014/main" id="{CE1613A9-F0A8-472E-BE5D-B658A555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107" y="4466620"/>
            <a:ext cx="17919600" cy="699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C1E"/>
          </a:solidFill>
          <a:ln xmlns:a="http://schemas.openxmlformats.org/drawingml/2006/main" w="8975" cmpd="sng">
            <a:solidFill>
              <a:srgbClr val="5E5E5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86075" tIns="86075" rIns="86075" bIns="86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318"/>
          </a:p>
        </p:txBody>
      </p:sp>
      <p:sp>
        <p:nvSpPr>
          <p:cNvPr id="614" name="Google Shape;614;g3b2df968d6c_0_21">
            <a:extLst xmlns:a="http://schemas.openxmlformats.org/drawingml/2006/main">
              <a:ext uri="{FF2B5EF4-FFF2-40B4-BE49-F238E27FC236}">
                <a16:creationId xmlns:a16="http://schemas.microsoft.com/office/drawing/2014/main" id="{3E10B82A-1EA5-4345-80AA-9BB46E5F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275" y="4332575"/>
            <a:ext cx="17919600" cy="704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925" cmpd="sng">
            <a:solidFill>
              <a:srgbClr val="1A1C1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86075" tIns="86075" rIns="86075" bIns="86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318"/>
          </a:p>
        </p:txBody>
      </p:sp>
      <p:sp>
        <p:nvSpPr>
          <p:cNvPr id="615" name="Google Shape;615;g3b2df968d6c_0_21">
            <a:extLst xmlns:a="http://schemas.openxmlformats.org/drawingml/2006/main">
              <a:ext uri="{FF2B5EF4-FFF2-40B4-BE49-F238E27FC236}">
                <a16:creationId xmlns:a16="http://schemas.microsoft.com/office/drawing/2014/main" id="{2D7CC6AE-F2DC-4A4E-A6B9-3D043267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616" name="Google Shape;616;g3b2df968d6c_0_21">
            <a:extLst xmlns:a="http://schemas.openxmlformats.org/drawingml/2006/main">
              <a:ext uri="{FF2B5EF4-FFF2-40B4-BE49-F238E27FC236}">
                <a16:creationId xmlns:a16="http://schemas.microsoft.com/office/drawing/2014/main" id="{8822ED41-8F59-4A8E-BB32-A1B586688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695408"/>
            <a:ext cx="23261700" cy="128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0" b="1">
                <a:latin typeface="Helvetica Neue"/>
                <a:ea typeface="Helvetica Neue"/>
                <a:cs typeface="Helvetica Neue"/>
              </a:rPr>
              <a:t>ReAct: действия ограничены</a:t>
            </a:r>
          </a:p>
        </p:txBody>
      </p:sp>
      <p:pic>
        <p:nvPicPr>
          <p:cNvPr id="627" name="Google Shape;617;g3b2df968d6c_0_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9ac87140e412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6675" y="5223383"/>
            <a:ext cx="17068800" cy="5486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8" name="Google Shape;618;g3b2df968d6c_0_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795928b5ce484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2215" y="10571478"/>
            <a:ext cx="9388675" cy="33406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261690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9" name="Google Shape;560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7ec23224674f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78622" y="3162013"/>
            <a:ext cx="7970374" cy="2836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0" name="Google Shape;561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c41884c86041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099399" y="2396149"/>
            <a:ext cx="11092650" cy="11092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62" name="Google Shape;562;g3b1e86c84b1_1_12">
            <a:extLst xmlns:a="http://schemas.openxmlformats.org/drawingml/2006/main">
              <a:ext uri="{FF2B5EF4-FFF2-40B4-BE49-F238E27FC236}">
                <a16:creationId xmlns:a16="http://schemas.microsoft.com/office/drawing/2014/main" id="{ED37FE3F-F2B4-407B-B200-496406B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50" y="4470050"/>
            <a:ext cx="21788700" cy="5734800"/>
          </a:xfrm>
          <a:prstGeom xmlns:a="http://schemas.openxmlformats.org/drawingml/2006/main" prst="roundRect">
            <a:avLst>
              <a:gd name="adj" fmla="val 8056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A688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g3b1e86c84b1_1_12">
            <a:extLst xmlns:a="http://schemas.openxmlformats.org/drawingml/2006/main">
              <a:ext uri="{FF2B5EF4-FFF2-40B4-BE49-F238E27FC236}">
                <a16:creationId xmlns:a16="http://schemas.microsoft.com/office/drawing/2014/main" id="{71809AF2-0174-4519-88F7-E6C4FEF6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64" name="Google Shape;564;g3b1e86c84b1_1_12">
            <a:extLst xmlns:a="http://schemas.openxmlformats.org/drawingml/2006/main">
              <a:ext uri="{FF2B5EF4-FFF2-40B4-BE49-F238E27FC236}">
                <a16:creationId xmlns:a16="http://schemas.microsoft.com/office/drawing/2014/main" id="{BC0AEA34-46D5-4F2A-A03B-30FEC291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550" y="4734725"/>
            <a:ext cx="20544900" cy="5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• Проверяющий не видел ваш промпт.</a:t>
            </a:r>
          </a:p>
          <a:p xmlns:a="http://schemas.openxmlformats.org/drawingml/2006/main">
            <a:r>
              <a:rPr sz="3000"/>
              <a:t>• Он получает только спецификацию.</a:t>
            </a:r>
          </a:p>
          <a:p xmlns:a="http://schemas.openxmlformats.org/drawingml/2006/main">
            <a:r>
              <a:rPr sz="3000"/>
              <a:t>• Найдите двусмысленность.</a:t>
            </a:r>
          </a:p>
          <a:p xmlns:a="http://schemas.openxmlformats.org/drawingml/2006/main">
            <a:r>
              <a:rPr sz="3000"/>
              <a:t>• Найдите непроверяемое слово.</a:t>
            </a:r>
          </a:p>
          <a:p xmlns:a="http://schemas.openxmlformats.org/drawingml/2006/main">
            <a:r>
              <a:rPr sz="3000"/>
              <a:t>• Найдите пропущенный edge case.</a:t>
            </a:r>
          </a:p>
          <a:p xmlns:a="http://schemas.openxmlformats.org/drawingml/2006/main">
            <a:r>
              <a:rPr sz="3000"/>
              <a:t>• Найдите опасное действие.</a:t>
            </a:r>
          </a:p>
          <a:p xmlns:a="http://schemas.openxmlformats.org/drawingml/2006/main">
            <a:r>
              <a:rPr sz="3000"/>
              <a:t>• Исправьте контракт, не объяснение.</a:t>
            </a:r>
          </a:p>
        </p:txBody>
      </p:sp>
      <p:sp>
        <p:nvSpPr>
          <p:cNvPr id="565" name="Google Shape;565;g3b1e86c84b1_1_12">
            <a:extLst xmlns:a="http://schemas.openxmlformats.org/drawingml/2006/main">
              <a:ext uri="{FF2B5EF4-FFF2-40B4-BE49-F238E27FC236}">
                <a16:creationId xmlns:a16="http://schemas.microsoft.com/office/drawing/2014/main" id="{57A0E98B-A44E-4C94-8EC3-9131EE06D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Независимый red-team</a:t>
            </a:r>
          </a:p>
        </p:txBody>
      </p:sp>
      <p:pic>
        <p:nvPicPr>
          <p:cNvPr id="575" name="Google Shape;566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eef0c5081a4d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97831" y="8986389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978760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49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43c44b45ea4e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643650" y="471100"/>
            <a:ext cx="6022500" cy="602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g3aab872a610_1_18">
            <a:extLst xmlns:a="http://schemas.openxmlformats.org/drawingml/2006/main">
              <a:ext uri="{FF2B5EF4-FFF2-40B4-BE49-F238E27FC236}">
                <a16:creationId xmlns:a16="http://schemas.microsoft.com/office/drawing/2014/main" id="{09C33428-FB9B-4A4C-B78D-F2024AB1E7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89100" y="2986575"/>
            <a:ext cx="22607700" cy="155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</a:pPr>
            <a:r>
              <a:rPr sz="15800"/>
              <a:t>Домашняя работа</a:t>
            </a:r>
            <a:endParaRPr/>
          </a:p>
        </p:txBody>
      </p:sp>
      <p:sp>
        <p:nvSpPr>
          <p:cNvPr id="151" name="Google Shape;151;g3aab872a610_1_18">
            <a:extLst xmlns:a="http://schemas.openxmlformats.org/drawingml/2006/main">
              <a:ext uri="{FF2B5EF4-FFF2-40B4-BE49-F238E27FC236}">
                <a16:creationId xmlns:a16="http://schemas.microsoft.com/office/drawing/2014/main" id="{FC733544-3C64-425C-83CC-9F643E2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388" y="657903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152" name="Google Shape;152;g3aab872a610_1_18">
            <a:extLst xmlns:a="http://schemas.openxmlformats.org/drawingml/2006/main">
              <a:ext uri="{FF2B5EF4-FFF2-40B4-BE49-F238E27FC236}">
                <a16:creationId xmlns:a16="http://schemas.microsoft.com/office/drawing/2014/main" id="{A16847E6-218B-4F09-B859-46DFFF9E1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1101" y="5651975"/>
            <a:ext cx="17687100" cy="67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1. Завершите все 6 файлов experiment.md</a:t>
            </a:r>
          </a:p>
          <a:p xmlns:a="http://schemas.openxmlformats.org/drawingml/2006/main">
            <a:r>
              <a:rPr sz="3000"/>
              <a:t>2. Обновите связанные файлы Практики 1</a:t>
            </a:r>
          </a:p>
          <a:p xmlns:a="http://schemas.openxmlformats.org/drawingml/2006/main">
            <a:r>
              <a:rPr sz="3000"/>
              <a:t>3. Закройте 3 замечания независимой команды</a:t>
            </a:r>
          </a:p>
          <a:p xmlns:a="http://schemas.openxmlformats.org/drawingml/2006/main">
            <a:r>
              <a:rPr sz="3000"/>
              <a:t>4. Запустите make step2 и откройте PR</a:t>
            </a:r>
          </a:p>
        </p:txBody>
      </p:sp>
      <p:pic>
        <p:nvPicPr>
          <p:cNvPr id="160" name="Google Shape;153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f54d2cfaac42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689756" y="5486847"/>
            <a:ext cx="10255775" cy="10255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54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b901dc066f4ea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83102" y="5287322"/>
            <a:ext cx="6237102" cy="62370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0549603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49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2a62b08d6444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643650" y="471100"/>
            <a:ext cx="6022500" cy="602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g3aab872a610_1_18">
            <a:extLst xmlns:a="http://schemas.openxmlformats.org/drawingml/2006/main">
              <a:ext uri="{FF2B5EF4-FFF2-40B4-BE49-F238E27FC236}">
                <a16:creationId xmlns:a16="http://schemas.microsoft.com/office/drawing/2014/main" id="{09C33428-FB9B-4A4C-B78D-F2024AB1E7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89100" y="2986575"/>
            <a:ext cx="22607700" cy="155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</a:pPr>
            <a:r>
              <a:rPr sz="15800"/>
              <a:t>Критерии · 10 баллов</a:t>
            </a:r>
            <a:endParaRPr/>
          </a:p>
        </p:txBody>
      </p:sp>
      <p:sp>
        <p:nvSpPr>
          <p:cNvPr id="151" name="Google Shape;151;g3aab872a610_1_18">
            <a:extLst xmlns:a="http://schemas.openxmlformats.org/drawingml/2006/main">
              <a:ext uri="{FF2B5EF4-FFF2-40B4-BE49-F238E27FC236}">
                <a16:creationId xmlns:a16="http://schemas.microsoft.com/office/drawing/2014/main" id="{FC733544-3C64-425C-83CC-9F643E2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388" y="657903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152" name="Google Shape;152;g3aab872a610_1_18">
            <a:extLst xmlns:a="http://schemas.openxmlformats.org/drawingml/2006/main">
              <a:ext uri="{FF2B5EF4-FFF2-40B4-BE49-F238E27FC236}">
                <a16:creationId xmlns:a16="http://schemas.microsoft.com/office/drawing/2014/main" id="{A16847E6-218B-4F09-B859-46DFFF9E1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1101" y="5651975"/>
            <a:ext cx="17687100" cy="67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r>
              <a:rPr sz="2700"/>
              <a:t>• Структура и make step2 — 1</a:t>
            </a:r>
          </a:p>
          <a:p xmlns:a="http://schemas.openxmlformats.org/drawingml/2006/main">
            <a:r>
              <a:rPr sz="2700"/>
              <a:t>• prompts.md и 6 экспериментов — 2</a:t>
            </a:r>
          </a:p>
          <a:p xmlns:a="http://schemas.openxmlformats.org/drawingml/2006/main">
            <a:r>
              <a:rPr sz="2700"/>
              <a:t>• Техники различимы и применены по назначению — 3</a:t>
            </a:r>
          </a:p>
          <a:p xmlns:a="http://schemas.openxmlformats.org/drawingml/2006/main">
            <a:r>
              <a:rPr sz="2700"/>
              <a:t>• Ссылки на изменения файлов Практики 1 — 2</a:t>
            </a:r>
          </a:p>
          <a:p xmlns:a="http://schemas.openxmlformats.org/drawingml/2006/main">
            <a:r>
              <a:rPr sz="2700"/>
              <a:t>• Evidence и исправления после проверки — 2</a:t>
            </a:r>
          </a:p>
        </p:txBody>
      </p:sp>
      <p:pic>
        <p:nvPicPr>
          <p:cNvPr id="160" name="Google Shape;153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71fc04db9e4b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689756" y="5486847"/>
            <a:ext cx="10255775" cy="10255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54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3965c3b5544f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83102" y="5287322"/>
            <a:ext cx="6237102" cy="62370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0549603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7" name="Google Shape;787;g3b2df968d6c_0_29">
            <a:extLst xmlns:a="http://schemas.openxmlformats.org/drawingml/2006/main">
              <a:ext uri="{FF2B5EF4-FFF2-40B4-BE49-F238E27FC236}">
                <a16:creationId xmlns:a16="http://schemas.microsoft.com/office/drawing/2014/main" id="{18C2FFEE-3D4C-4417-97C6-125E07F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788" name="Google Shape;788;g3b2df968d6c_0_29">
            <a:extLst xmlns:a="http://schemas.openxmlformats.org/drawingml/2006/main">
              <a:ext uri="{FF2B5EF4-FFF2-40B4-BE49-F238E27FC236}">
                <a16:creationId xmlns:a16="http://schemas.microsoft.com/office/drawing/2014/main" id="{CF466722-898C-4784-95F0-64FA516672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86075" y="5126400"/>
            <a:ext cx="17945400" cy="4937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0" b="1">
                <a:latin typeface="Helvetica Neue"/>
                <a:ea typeface="Helvetica Neue"/>
                <a:cs typeface="Helvetica Neue"/>
              </a:rPr>
              <a:t>Готово, если другой инженер</a:t>
            </a:r>
            <a:endParaRPr sz="8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0" b="1">
                <a:latin typeface="Helvetica Neue"/>
                <a:ea typeface="Helvetica Neue"/>
                <a:cs typeface="Helvetica Neue"/>
              </a:rPr>
              <a:t>может принять или отклонить</a:t>
            </a:r>
            <a:endParaRPr sz="8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0" b="1">
                <a:latin typeface="Helvetica Neue"/>
                <a:ea typeface="Helvetica Neue"/>
                <a:cs typeface="Helvetica Neue"/>
              </a:rPr>
              <a:t>результат без устных пояснений.</a:t>
            </a:r>
            <a:endParaRPr sz="8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89" name="Google Shape;789;g3b2df968d6c_0_29">
            <a:extLst xmlns:a="http://schemas.openxmlformats.org/drawingml/2006/main">
              <a:ext uri="{FF2B5EF4-FFF2-40B4-BE49-F238E27FC236}">
                <a16:creationId xmlns:a16="http://schemas.microsoft.com/office/drawing/2014/main" id="{424AFAAA-FF46-431C-A5EA-8AABEA00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450" y="30775"/>
            <a:ext cx="6178500" cy="1535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8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04700" tIns="102325" rIns="204700" bIns="1023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4"/>
              <a:buFont typeface="Arial"/>
              <a:buNone/>
            </a:pPr>
            <a:endParaRPr sz="5374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97" name="Google Shape;791;g3b2df968d6c_0_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0ebdf19f3e4dbc">
            <a:alphaModFix/>
          </a:blip>
          <a:srcRect xmlns:a="http://schemas.openxmlformats.org/drawingml/2006/main" l="18235" t="10236" r="10727" b="22816"/>
          <a:stretch xmlns:a="http://schemas.openxmlformats.org/drawingml/2006/main"/>
        </p:blipFill>
        <p:spPr>
          <a:xfrm xmlns:a="http://schemas.openxmlformats.org/drawingml/2006/main" rot="8302085">
            <a:off x="18514227" y="924361"/>
            <a:ext cx="6881230" cy="64851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8" name="Google Shape;792;g3b2df968d6c_0_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cc44d9a9dd4041">
            <a:alphaModFix/>
          </a:blip>
          <a:srcRect xmlns:a="http://schemas.openxmlformats.org/drawingml/2006/main" l="9379" t="0" r="0" b="0"/>
          <a:stretch xmlns:a="http://schemas.openxmlformats.org/drawingml/2006/main"/>
        </p:blipFill>
        <p:spPr>
          <a:xfrm xmlns:a="http://schemas.openxmlformats.org/drawingml/2006/main" rot="-251243">
            <a:off x="18086312" y="6047645"/>
            <a:ext cx="8275017" cy="90488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9" name="Google Shape;793;g3b2df968d6c_0_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0b79f62c2047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848106" y="2249502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00" name="Google Shape;794;g3b2df968d6c_0_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f058bffdef43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6075" y="5667400"/>
            <a:ext cx="2838625" cy="138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6930369"/>
      </p:ext>
    </p:extLst>
  </p:cSld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2026-08-25T15:43:59.7330000Z</dcterms:created>
  <dcterms:modified xsi:type="dcterms:W3CDTF">2026-08-25T15:43:59.7330000Z</dcterms:modified>
</coreProperties>
</file>
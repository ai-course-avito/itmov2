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c1df65e9b64b2f" /><Relationship Type="http://schemas.openxmlformats.org/officeDocument/2006/relationships/extended-properties" Target="/docProps/app.xml" Id="R7e0f19de0077475e" /><Relationship Type="http://schemas.openxmlformats.org/officeDocument/2006/relationships/officeDocument" Target="/ppt/presentation.xml" Id="Rf43e5c870f1a4df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aac1832d44c42f4"/>
  </p:sldMasterIdLst>
  <p:notesMasterIdLst>
    <p:notesMasterId xmlns:r="http://schemas.openxmlformats.org/officeDocument/2006/relationships" r:id="R736e472d8079441c"/>
  </p:notesMasterIdLst>
  <p:sldIdLst>
    <p:sldId xmlns:r="http://schemas.openxmlformats.org/officeDocument/2006/relationships" id="256" r:id="R52429c4f06134989"/>
    <p:sldId xmlns:r="http://schemas.openxmlformats.org/officeDocument/2006/relationships" id="257" r:id="Rc51e1f8e0ec94c00"/>
    <p:sldId xmlns:r="http://schemas.openxmlformats.org/officeDocument/2006/relationships" id="258" r:id="R3911a1a7a6e54b36"/>
    <p:sldId xmlns:r="http://schemas.openxmlformats.org/officeDocument/2006/relationships" id="259" r:id="Rb12b9e90b52c49c5"/>
    <p:sldId xmlns:r="http://schemas.openxmlformats.org/officeDocument/2006/relationships" id="260" r:id="Ref1b576efdb94e0d"/>
    <p:sldId xmlns:r="http://schemas.openxmlformats.org/officeDocument/2006/relationships" id="261" r:id="R558ccba546a84743"/>
    <p:sldId xmlns:r="http://schemas.openxmlformats.org/officeDocument/2006/relationships" id="262" r:id="Rbfe9dd464cc248d9"/>
    <p:sldId xmlns:r="http://schemas.openxmlformats.org/officeDocument/2006/relationships" id="263" r:id="R8b002357e7e04406"/>
    <p:sldId xmlns:r="http://schemas.openxmlformats.org/officeDocument/2006/relationships" id="264" r:id="R2c2e62d760374177"/>
    <p:sldId xmlns:r="http://schemas.openxmlformats.org/officeDocument/2006/relationships" id="265" r:id="R2fafead5c9c647cf"/>
    <p:sldId xmlns:r="http://schemas.openxmlformats.org/officeDocument/2006/relationships" id="266" r:id="R9e72577bd1d948be"/>
    <p:sldId xmlns:r="http://schemas.openxmlformats.org/officeDocument/2006/relationships" id="267" r:id="R4f6a1e639e334082"/>
    <p:sldId xmlns:r="http://schemas.openxmlformats.org/officeDocument/2006/relationships" id="268" r:id="R3f08e7086a004ca1"/>
    <p:sldId xmlns:r="http://schemas.openxmlformats.org/officeDocument/2006/relationships" id="269" r:id="R45fb10b295ae45de"/>
    <p:sldId xmlns:r="http://schemas.openxmlformats.org/officeDocument/2006/relationships" id="270" r:id="R15e4be9345514dd2"/>
    <p:sldId xmlns:r="http://schemas.openxmlformats.org/officeDocument/2006/relationships" id="271" r:id="Rc3e43fb64efe4659"/>
    <p:sldId xmlns:r="http://schemas.openxmlformats.org/officeDocument/2006/relationships" id="272" r:id="R8bf6e86aa9204d07"/>
    <p:sldId xmlns:r="http://schemas.openxmlformats.org/officeDocument/2006/relationships" id="273" r:id="Rda39a69d1bde46e9"/>
    <p:sldId xmlns:r="http://schemas.openxmlformats.org/officeDocument/2006/relationships" id="274" r:id="R936fa64364e7400f"/>
    <p:sldId xmlns:r="http://schemas.openxmlformats.org/officeDocument/2006/relationships" id="275" r:id="R72712eb7aec34805"/>
    <p:sldId xmlns:r="http://schemas.openxmlformats.org/officeDocument/2006/relationships" id="276" r:id="Rde6e2b9360d747b4"/>
    <p:sldId xmlns:r="http://schemas.openxmlformats.org/officeDocument/2006/relationships" id="277" r:id="R56d06173bf054460"/>
    <p:sldId xmlns:r="http://schemas.openxmlformats.org/officeDocument/2006/relationships" id="278" r:id="R8374fb9296b74cbf"/>
    <p:sldId xmlns:r="http://schemas.openxmlformats.org/officeDocument/2006/relationships" id="279" r:id="Rf779d629a60b4da4"/>
    <p:sldId xmlns:r="http://schemas.openxmlformats.org/officeDocument/2006/relationships" id="280" r:id="R04f668e8b2e642c7"/>
    <p:sldId xmlns:r="http://schemas.openxmlformats.org/officeDocument/2006/relationships" id="281" r:id="R3286d30bdde14c3a"/>
    <p:sldId xmlns:r="http://schemas.openxmlformats.org/officeDocument/2006/relationships" id="282" r:id="Re78a0538674545a0"/>
  </p:sldIdLst>
  <p:sldSz cx="24384000" cy="13716000"/>
  <p:notesSz cx="6858000" cy="9144000"/>
  <p:embeddedFontLst>
    <p:embeddedFont>
      <p:font typeface="Helvetica Neue"/>
      <p:regular xmlns:r="http://schemas.openxmlformats.org/officeDocument/2006/relationships" r:id="R1e2301c6f31f415c"/>
      <p:bold xmlns:r="http://schemas.openxmlformats.org/officeDocument/2006/relationships" r:id="R019c241c223744a1"/>
      <p:italic xmlns:r="http://schemas.openxmlformats.org/officeDocument/2006/relationships" r:id="R47572bf022ed4d97"/>
      <p:boldItalic xmlns:r="http://schemas.openxmlformats.org/officeDocument/2006/relationships" r:id="R4cf0bbb0c0b14db2"/>
    </p:embeddedFont>
    <p:embeddedFont>
      <p:font typeface="Manrope"/>
      <p:regular xmlns:r="http://schemas.openxmlformats.org/officeDocument/2006/relationships" r:id="Rccb9ba41d43d4cd5"/>
      <p:bold xmlns:r="http://schemas.openxmlformats.org/officeDocument/2006/relationships" r:id="R162fa1664101496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8387fb4651475c" /><Relationship Type="http://schemas.openxmlformats.org/officeDocument/2006/relationships/slideMaster" Target="/ppt/slideMasters/slideMaster1.xml" Id="R9aac1832d44c42f4" /><Relationship Type="http://schemas.openxmlformats.org/officeDocument/2006/relationships/notesMaster" Target="/ppt/notesMasters/notesMaster1.xml" Id="R736e472d8079441c" /><Relationship Type="http://schemas.openxmlformats.org/officeDocument/2006/relationships/presProps" Target="/ppt/presProps.xml" Id="R0e2190f77ec04f10" /><Relationship Type="http://schemas.openxmlformats.org/officeDocument/2006/relationships/viewProps" Target="/ppt/viewProps.xml" Id="Rc099e37bf8624df6" /><Relationship Type="http://schemas.openxmlformats.org/officeDocument/2006/relationships/tableStyles" Target="/ppt/tableStyles.xml" Id="R2d847b6ff0d24e45" /><Relationship Type="http://schemas.openxmlformats.org/officeDocument/2006/relationships/font" Target="/ppt/fonts/font.dat" Id="R1e2301c6f31f415c" /><Relationship Type="http://schemas.openxmlformats.org/officeDocument/2006/relationships/font" Target="/ppt/fonts/font2.dat" Id="R019c241c223744a1" /><Relationship Type="http://schemas.openxmlformats.org/officeDocument/2006/relationships/font" Target="/ppt/fonts/font3.dat" Id="R47572bf022ed4d97" /><Relationship Type="http://schemas.openxmlformats.org/officeDocument/2006/relationships/font" Target="/ppt/fonts/font4.dat" Id="R4cf0bbb0c0b14db2" /><Relationship Type="http://schemas.openxmlformats.org/officeDocument/2006/relationships/font" Target="/ppt/fonts/font5.dat" Id="Rccb9ba41d43d4cd5" /><Relationship Type="http://schemas.openxmlformats.org/officeDocument/2006/relationships/font" Target="/ppt/fonts/font6.dat" Id="R162fa16641014964" /><Relationship Type="http://schemas.openxmlformats.org/officeDocument/2006/relationships/slide" Target="/ppt/slides/slide1.xml" Id="R52429c4f06134989" /><Relationship Type="http://schemas.openxmlformats.org/officeDocument/2006/relationships/slide" Target="/ppt/slides/slide2.xml" Id="Rc51e1f8e0ec94c00" /><Relationship Type="http://schemas.openxmlformats.org/officeDocument/2006/relationships/slide" Target="/ppt/slides/slide3.xml" Id="R3911a1a7a6e54b36" /><Relationship Type="http://schemas.openxmlformats.org/officeDocument/2006/relationships/slide" Target="/ppt/slides/slide4.xml" Id="Rb12b9e90b52c49c5" /><Relationship Type="http://schemas.openxmlformats.org/officeDocument/2006/relationships/slide" Target="/ppt/slides/slide5.xml" Id="Ref1b576efdb94e0d" /><Relationship Type="http://schemas.openxmlformats.org/officeDocument/2006/relationships/slide" Target="/ppt/slides/slide6.xml" Id="R558ccba546a84743" /><Relationship Type="http://schemas.openxmlformats.org/officeDocument/2006/relationships/slide" Target="/ppt/slides/slide7.xml" Id="Rbfe9dd464cc248d9" /><Relationship Type="http://schemas.openxmlformats.org/officeDocument/2006/relationships/slide" Target="/ppt/slides/slide8.xml" Id="R8b002357e7e04406" /><Relationship Type="http://schemas.openxmlformats.org/officeDocument/2006/relationships/slide" Target="/ppt/slides/slide9.xml" Id="R2c2e62d760374177" /><Relationship Type="http://schemas.openxmlformats.org/officeDocument/2006/relationships/slide" Target="/ppt/slides/slide10.xml" Id="R2fafead5c9c647cf" /><Relationship Type="http://schemas.openxmlformats.org/officeDocument/2006/relationships/slide" Target="/ppt/slides/slide11.xml" Id="R9e72577bd1d948be" /><Relationship Type="http://schemas.openxmlformats.org/officeDocument/2006/relationships/slide" Target="/ppt/slides/slide12.xml" Id="R4f6a1e639e334082" /><Relationship Type="http://schemas.openxmlformats.org/officeDocument/2006/relationships/slide" Target="/ppt/slides/slide13.xml" Id="R3f08e7086a004ca1" /><Relationship Type="http://schemas.openxmlformats.org/officeDocument/2006/relationships/slide" Target="/ppt/slides/slide14.xml" Id="R45fb10b295ae45de" /><Relationship Type="http://schemas.openxmlformats.org/officeDocument/2006/relationships/slide" Target="/ppt/slides/slide15.xml" Id="R15e4be9345514dd2" /><Relationship Type="http://schemas.openxmlformats.org/officeDocument/2006/relationships/slide" Target="/ppt/slides/slide16.xml" Id="Rc3e43fb64efe4659" /><Relationship Type="http://schemas.openxmlformats.org/officeDocument/2006/relationships/slide" Target="/ppt/slides/slide17.xml" Id="R8bf6e86aa9204d07" /><Relationship Type="http://schemas.openxmlformats.org/officeDocument/2006/relationships/slide" Target="/ppt/slides/slide18.xml" Id="Rda39a69d1bde46e9" /><Relationship Type="http://schemas.openxmlformats.org/officeDocument/2006/relationships/slide" Target="/ppt/slides/slide19.xml" Id="R936fa64364e7400f" /><Relationship Type="http://schemas.openxmlformats.org/officeDocument/2006/relationships/slide" Target="/ppt/slides/slide20.xml" Id="R72712eb7aec34805" /><Relationship Type="http://schemas.openxmlformats.org/officeDocument/2006/relationships/slide" Target="/ppt/slides/slide21.xml" Id="Rde6e2b9360d747b4" /><Relationship Type="http://schemas.openxmlformats.org/officeDocument/2006/relationships/slide" Target="/ppt/slides/slide22.xml" Id="R56d06173bf054460" /><Relationship Type="http://schemas.openxmlformats.org/officeDocument/2006/relationships/slide" Target="/ppt/slides/slide23.xml" Id="R8374fb9296b74cbf" /><Relationship Type="http://schemas.openxmlformats.org/officeDocument/2006/relationships/slide" Target="/ppt/slides/slide24.xml" Id="Rf779d629a60b4da4" /><Relationship Type="http://schemas.openxmlformats.org/officeDocument/2006/relationships/slide" Target="/ppt/slides/slide25.xml" Id="R04f668e8b2e642c7" /><Relationship Type="http://schemas.openxmlformats.org/officeDocument/2006/relationships/slide" Target="/ppt/slides/slide26.xml" Id="R3286d30bdde14c3a" /><Relationship Type="http://schemas.openxmlformats.org/officeDocument/2006/relationships/slide" Target="/ppt/slides/slide27.xml" Id="Re78a0538674545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8c6051bfd043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2703cf8e7246bf" /><Relationship Type="http://schemas.openxmlformats.org/officeDocument/2006/relationships/notesMaster" Target="/ppt/notesMasters/notesMaster1.xml" Id="R78627d863ef741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80d286ada948b5" /><Relationship Type="http://schemas.openxmlformats.org/officeDocument/2006/relationships/notesMaster" Target="/ppt/notesMasters/notesMaster1.xml" Id="R412e5205fa6b4c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dd17d73c3d470d" /><Relationship Type="http://schemas.openxmlformats.org/officeDocument/2006/relationships/notesMaster" Target="/ppt/notesMasters/notesMaster1.xml" Id="Rf543fd5d21bc4d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b1e1b69e3b4e28" /><Relationship Type="http://schemas.openxmlformats.org/officeDocument/2006/relationships/notesMaster" Target="/ppt/notesMasters/notesMaster1.xml" Id="R45e4aca6463345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b374d47a7c44af" /><Relationship Type="http://schemas.openxmlformats.org/officeDocument/2006/relationships/notesMaster" Target="/ppt/notesMasters/notesMaster1.xml" Id="R472bbf9e00fc44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2d61e7a1e949c7" /><Relationship Type="http://schemas.openxmlformats.org/officeDocument/2006/relationships/notesMaster" Target="/ppt/notesMasters/notesMaster1.xml" Id="R72584d968b6748b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283f60b1c84613" /><Relationship Type="http://schemas.openxmlformats.org/officeDocument/2006/relationships/notesMaster" Target="/ppt/notesMasters/notesMaster1.xml" Id="R90d61fba8eca419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1f4faa4adb4e0b" /><Relationship Type="http://schemas.openxmlformats.org/officeDocument/2006/relationships/notesMaster" Target="/ppt/notesMasters/notesMaster1.xml" Id="R911ed335ef3b47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e2eaa7d71c42a7" /><Relationship Type="http://schemas.openxmlformats.org/officeDocument/2006/relationships/notesMaster" Target="/ppt/notesMasters/notesMaster1.xml" Id="Rffc667d8b8e745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479364fb2e4f17" /><Relationship Type="http://schemas.openxmlformats.org/officeDocument/2006/relationships/notesMaster" Target="/ppt/notesMasters/notesMaster1.xml" Id="R7ea9f93a231743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aacc8633d4f4488" /><Relationship Type="http://schemas.openxmlformats.org/officeDocument/2006/relationships/notesMaster" Target="/ppt/notesMasters/notesMaster1.xml" Id="R6cbc77195cd644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af11b6d992f4350" /><Relationship Type="http://schemas.openxmlformats.org/officeDocument/2006/relationships/notesMaster" Target="/ppt/notesMasters/notesMaster1.xml" Id="R841ab4f7eaf04ad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86d74606014449" /><Relationship Type="http://schemas.openxmlformats.org/officeDocument/2006/relationships/notesMaster" Target="/ppt/notesMasters/notesMaster1.xml" Id="R607949c98c9540f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5222186d574d02" /><Relationship Type="http://schemas.openxmlformats.org/officeDocument/2006/relationships/notesMaster" Target="/ppt/notesMasters/notesMaster1.xml" Id="R7ac9da6c9c5e49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b59e4c46b16414e" /><Relationship Type="http://schemas.openxmlformats.org/officeDocument/2006/relationships/notesMaster" Target="/ppt/notesMasters/notesMaster1.xml" Id="R1373d56f920d4b3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d8add2e68fc4771" /><Relationship Type="http://schemas.openxmlformats.org/officeDocument/2006/relationships/notesMaster" Target="/ppt/notesMasters/notesMaster1.xml" Id="Raaf3f2af6361409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6614f7f49b54849" /><Relationship Type="http://schemas.openxmlformats.org/officeDocument/2006/relationships/notesMaster" Target="/ppt/notesMasters/notesMaster1.xml" Id="R10f0e98237664a4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95aef06ee334e34" /><Relationship Type="http://schemas.openxmlformats.org/officeDocument/2006/relationships/notesMaster" Target="/ppt/notesMasters/notesMaster1.xml" Id="R84640f4ba4434db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95d1f5e8113472e" /><Relationship Type="http://schemas.openxmlformats.org/officeDocument/2006/relationships/notesMaster" Target="/ppt/notesMasters/notesMaster1.xml" Id="R29e42e6bc8a04bd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1ecebddfda74ffc" /><Relationship Type="http://schemas.openxmlformats.org/officeDocument/2006/relationships/notesMaster" Target="/ppt/notesMasters/notesMaster1.xml" Id="R6035b6a59c2643b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5fc872c2b574cf8" /><Relationship Type="http://schemas.openxmlformats.org/officeDocument/2006/relationships/notesMaster" Target="/ppt/notesMasters/notesMaster1.xml" Id="Rbfa9a1129fb1454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edbe51984be41b7" /><Relationship Type="http://schemas.openxmlformats.org/officeDocument/2006/relationships/notesMaster" Target="/ppt/notesMasters/notesMaster1.xml" Id="R508fde1746414f3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53575237c254df7" /><Relationship Type="http://schemas.openxmlformats.org/officeDocument/2006/relationships/notesMaster" Target="/ppt/notesMasters/notesMaster1.xml" Id="R54b9247201b0498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0e65d400ef34765" /><Relationship Type="http://schemas.openxmlformats.org/officeDocument/2006/relationships/notesMaster" Target="/ppt/notesMasters/notesMaster1.xml" Id="Rf9391138fe8e430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1856bf4044945ac" /><Relationship Type="http://schemas.openxmlformats.org/officeDocument/2006/relationships/notesMaster" Target="/ppt/notesMasters/notesMaster1.xml" Id="R3ecfafd1f14e454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cc8ec3cd9ad4dfa" /><Relationship Type="http://schemas.openxmlformats.org/officeDocument/2006/relationships/notesMaster" Target="/ppt/notesMasters/notesMaster1.xml" Id="R4b721e665219462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9fe4dd76dcf4dd0" /><Relationship Type="http://schemas.openxmlformats.org/officeDocument/2006/relationships/notesMaster" Target="/ppt/notesMasters/notesMaster1.xml" Id="R0ae17e25870e42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 мин. Практика про подготовку контекста до кода и master prompting, а не про генерацию кода.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Course repository artifacts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 мин. Представьтесь и свяжите опыт code review и архитектуры с темой проверяемых AI-результатов.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User-authored slide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Скажите цель занятия прямо: осваиваем базовый промптинг через подготовку продуктовых и технических документов будущего проекта с помощью AI-агента.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Сравним условно слабый подход — короткий запрос без контекста — с управляемым master prompt: входы, правила, формат выхода и проверки.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practices/practice_01/prompts.md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Проведите слева направо. FROM: у студента есть идея проекта, учебный diff и короткий zero-shot запрос.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Между ними и результатом — AI-агент. Сам агент не сменится; мы постепенно добавим ему контекст, формат и проверки.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TO: пакет из 11 продуктовых и технических артефактов, master prompt и evidence-based проверка. Это и есть результат практики.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practices/practice_01/README.md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 мин. Проговорите реалистичные таймбоксы. Настройку и каждый запуск не сокращаем; полные 11 файлов завершаются дома.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3 мин. Каждый студент работает в своём форке. TRAINING_PR.diff уже синхронизирован туда; настоящий учебный PR с кодом искать не нужно.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OPENCODE_SETUP.md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practices/practice_01/TRAINING_PR.diff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12 мин. Проведите студентов по fork/clone, проверке origin, OpenCode, /connect, OpenRouter, выданному токену, /models и READY. Токен не сохраняется в репозитории.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OPENCODE_SETUP.md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OpenCode official documentation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6 мин. Zero-shot — baseline; few-shot — примеры; RCTF — явный каркас; ToT — несколько внешне описанных вариантов и критерии выбора. Покажите по одному короткому примеру.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Updated course lectures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6 мин. CoV отделяет проверку; ReAct управляет действиями и остановкой; скрытый CoT не сдаём; master prompt объединяет задачу, контекст, полномочия, процесс и проверки.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Updated course lectures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Instructor-provided internal master prompting examples, structure 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Покажите, что few-shot меняет не объём запроса, а критерий результата через примеры. Сначала прочитайте zero-shot, затем добавьте хороший и плохой комментарий.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В RCTF вслух назовите четыре части. В Tree of Thoughts подчеркните: варианты и критерии описываются во внешнем ответе, студент не просит скрытые мысли модели.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Updated course lectures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Chain of Verification сначала отделяет кандидатов от проверки. ReAct нужен, когда агент по циклу использует инструменты и должен знать условие остановки.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Updated course lectures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Не собираем и не оцениваем скрытые рассуждения. Просим наблюдаемые артефакты: вывод, evidence, альтернативу, уверенность и проверку.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Updated course lectures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10 мин. Это zero-shot baseline. Дайте студентам время открыть файл, запустить команду и сохранить полный ответ как P1-01. Не подмешивайте CASE.md и repo context.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6 мин. Разберите: что придумано, что нельзя доказать, какого правила или формата нет, какое действие нужно запретить. Не исправляйте prompt на этом шаге.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4 мин. На паре достаточно context.md, problem.md, P1-01 и каркаса Master Prompt v1. Остальные артефакты не требуйте закончить за десять минут.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practices/practice_01/README.md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practices/practice_01/prompts.md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3 мин. Используйте обновлённую SDLC-иллюстрацию: покажите, что master prompt собирается из нескольких продуктовых и технических артефактов.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User-authored SDLC slide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4 мин. Master prompt — не длинный вопрос и не свалка документов, а контракт: что агент делает, какими входами пользуется, где его границы и как проверить результат.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Instructor-provided internal master prompting examples, structure 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3 мин. Context Pack — фактический payload внутри master prompt для одной задачи. Разберите на примере code review.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3 мин. Пройдите восемь частей структуры. Студенты заполняют её в prompts.md и ставят ссылки на артефакты вместо копирования всех документов.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practices/practice_01/prompts.md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Instructor-provided internal master prompting examples, structure 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3 мин. Это сокращённая демонстрационная версия, не готовый ответ домашней работы. Проведите по структуре: роль и входы → формат → запреты → workflow и stop → DoD. Затем студенты собирают собственную версию в prompts.md.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practices/practice_01/prompts.md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Instructor-provided internal master prompting examples, structure 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10 мин. Повторяется тот же diff, та же модель и задача. Новая переменная — Master Prompt v1 с Context Pack. Сохранить ответ как P1-02.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practices/practice_01/CASE.md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2 мин. Сравните не красоту текста, а file:line, evidence, ограничения действий и воспроизводимые проверки.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practices/practice_01/prompts.md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 мин. Peer review переносится после пары: каждый открывает PR из своего форка, проверяющий оставляет три конкретных замечания.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1 мин. Дома завершаются 11 файлов, master prompt, make test и обработка трёх замечаний.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1 мин. Последний балл теперь проверяет master prompt и два сопоставимых запуска, а не объём chat log.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Live course criteria, page 954816231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Exit ticket. Студент должен назвать одну часть master prompt, которая изменила результат, и evidence этого изменения.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[Sources]</a:t>
            </a:r>
          </a:p>
          <a:p xmlns:a="http://schemas.openxmlformats.org/drawingml/2006/main">
            <a:pPr marL="457200" marR="0" lvl="0" indent="-228600" algn="l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>- practices/practice_01/prompts.md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31d2a5db84d8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f853dc0874496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40f1cf848541e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edbd87206c43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7d8573c22642d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b1ca48c9e1418e" /><Relationship Type="http://schemas.openxmlformats.org/officeDocument/2006/relationships/image" Target="/ppt/media/image2.png" Id="R95fe73df57684c0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2e5e9b5234d8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b43d4982a242e9" /><Relationship Type="http://schemas.openxmlformats.org/officeDocument/2006/relationships/image" Target="/ppt/media/image2.png" Id="Rfda9a4fd59754f7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bb9907fde452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1ae1c6660c4a86" /><Relationship Type="http://schemas.openxmlformats.org/officeDocument/2006/relationships/image" Target="/ppt/media/image3.png" Id="R8488db0b80264a6a" /><Relationship Type="http://schemas.openxmlformats.org/officeDocument/2006/relationships/image" Target="/ppt/media/image4.png" Id="R84ac0b1c2132440d" /></Relationships>
</file>

<file path=ppt/slideLayouts/slideLayout1.xml><?xml version="1.0" encoding="utf-8"?>
<p:sldLayout xmlns:p="http://schemas.openxmlformats.org/presentationml/2006/main" showMasterSp="0" matchingName="титульник">
  <p:cSld name="титульник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2">
            <a:extLst xmlns:a="http://schemas.openxmlformats.org/drawingml/2006/main">
              <a:ext uri="{FF2B5EF4-FFF2-40B4-BE49-F238E27FC236}">
                <a16:creationId xmlns:a16="http://schemas.microsoft.com/office/drawing/2014/main" id="{21A53A10-6E47-4719-973C-7E2D964572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71335" y="2475529"/>
            <a:ext cx="10804653" cy="1802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77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0"/>
              <a:buFont typeface="Helvetica Neue"/>
              <a:buNone/>
              <a:defRPr sz="16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22">
            <a:extLst xmlns:a="http://schemas.openxmlformats.org/drawingml/2006/main">
              <a:ext uri="{FF2B5EF4-FFF2-40B4-BE49-F238E27FC236}">
                <a16:creationId xmlns:a16="http://schemas.microsoft.com/office/drawing/2014/main" id="{1CDAD12B-BA6D-4640-A65E-7A4C91C0AF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80" y="12471411"/>
            <a:ext cx="6436668" cy="647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"/>
              <a:buNone/>
              <a:defRPr sz="36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22">
            <a:extLst xmlns:a="http://schemas.openxmlformats.org/drawingml/2006/main">
              <a:ext uri="{FF2B5EF4-FFF2-40B4-BE49-F238E27FC236}">
                <a16:creationId xmlns:a16="http://schemas.microsoft.com/office/drawing/2014/main" id="{3A765E12-1878-4CFA-9F73-0DA9F8B4DA6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209645" y="12471411"/>
            <a:ext cx="6436669" cy="647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"/>
              <a:buNone/>
              <a:defRPr sz="36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22">
            <a:extLst xmlns:a="http://schemas.openxmlformats.org/drawingml/2006/main">
              <a:ext uri="{FF2B5EF4-FFF2-40B4-BE49-F238E27FC236}">
                <a16:creationId xmlns:a16="http://schemas.microsoft.com/office/drawing/2014/main" id="{6FBDAFB9-C6BA-4B8E-8312-744FCEC5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243" y="691163"/>
            <a:ext cx="1205458" cy="47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Helvetica Neue"/>
              <a:buNone/>
            </a:pPr>
            <a:r>
              <a:rPr sz="2400" b="0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Москва</a:t>
            </a:r>
          </a:p>
        </p:txBody>
      </p:sp>
      <p:sp>
        <p:nvSpPr>
          <p:cNvPr id="14" name="Google Shape;14;p22">
            <a:extLst xmlns:a="http://schemas.openxmlformats.org/drawingml/2006/main">
              <a:ext uri="{FF2B5EF4-FFF2-40B4-BE49-F238E27FC236}">
                <a16:creationId xmlns:a16="http://schemas.microsoft.com/office/drawing/2014/main" id="{72ECBC72-4FE2-4804-96EA-521D34E0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7240" y="691163"/>
            <a:ext cx="788677" cy="47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Helvetica Neue"/>
              <a:buNone/>
            </a:pPr>
            <a:r>
              <a:rPr sz="2400" b="0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2024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содержание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23">
            <a:extLst xmlns:a="http://schemas.openxmlformats.org/drawingml/2006/main">
              <a:ext uri="{FF2B5EF4-FFF2-40B4-BE49-F238E27FC236}">
                <a16:creationId xmlns:a16="http://schemas.microsoft.com/office/drawing/2014/main" id="{89CBC45E-5247-46DA-A12D-1243A7BCD8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7" name="Google Shape;17;p23">
            <a:extLst xmlns:a="http://schemas.openxmlformats.org/drawingml/2006/main">
              <a:ext uri="{FF2B5EF4-FFF2-40B4-BE49-F238E27FC236}">
                <a16:creationId xmlns:a16="http://schemas.microsoft.com/office/drawing/2014/main" id="{8237AABA-D63D-4DD2-83B9-5F0C840D6D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5641" y="9360409"/>
            <a:ext cx="5582909" cy="22944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23">
            <a:extLst xmlns:a="http://schemas.openxmlformats.org/drawingml/2006/main">
              <a:ext uri="{FF2B5EF4-FFF2-40B4-BE49-F238E27FC236}">
                <a16:creationId xmlns:a16="http://schemas.microsoft.com/office/drawing/2014/main" id="{75518D34-B3F5-4411-8E5D-D904465553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8205450" y="9339751"/>
            <a:ext cx="5543550" cy="1560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23">
            <a:extLst xmlns:a="http://schemas.openxmlformats.org/drawingml/2006/main">
              <a:ext uri="{FF2B5EF4-FFF2-40B4-BE49-F238E27FC236}">
                <a16:creationId xmlns:a16="http://schemas.microsoft.com/office/drawing/2014/main" id="{77538E82-B5C2-45D4-BD50-C559DE767FF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5641" y="2424356"/>
            <a:ext cx="18080591" cy="36946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  <a:defRPr sz="19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текст и изображение копия">
  <p:cSld name="текст и изображение копия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88">
            <a:extLst xmlns:a="http://schemas.openxmlformats.org/drawingml/2006/main">
              <a:ext uri="{FF2B5EF4-FFF2-40B4-BE49-F238E27FC236}">
                <a16:creationId xmlns:a16="http://schemas.microsoft.com/office/drawing/2014/main" id="{BC3FD9D6-254E-492A-8F59-DFCF66D06B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22" name="Google Shape;22;p88">
            <a:extLst xmlns:a="http://schemas.openxmlformats.org/drawingml/2006/main">
              <a:ext uri="{FF2B5EF4-FFF2-40B4-BE49-F238E27FC236}">
                <a16:creationId xmlns:a16="http://schemas.microsoft.com/office/drawing/2014/main" id="{4292BB95-69A7-41BD-BCC5-4111EE8041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82068" y="4952107"/>
            <a:ext cx="7708347" cy="1818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  <a:defRPr sz="2800" b="0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88">
            <a:extLst xmlns:a="http://schemas.openxmlformats.org/drawingml/2006/main">
              <a:ext uri="{FF2B5EF4-FFF2-40B4-BE49-F238E27FC236}">
                <a16:creationId xmlns:a16="http://schemas.microsoft.com/office/drawing/2014/main" id="{59820F4F-1F60-449A-B2F2-90200BAA61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93284" y="3255533"/>
            <a:ext cx="3759184" cy="647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88">
            <a:extLst xmlns:a="http://schemas.openxmlformats.org/drawingml/2006/main">
              <a:ext uri="{FF2B5EF4-FFF2-40B4-BE49-F238E27FC236}">
                <a16:creationId xmlns:a16="http://schemas.microsoft.com/office/drawing/2014/main" id="{F649A3E6-AAE3-4F13-A090-656AF41F940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488" y="1632577"/>
            <a:ext cx="4793019" cy="920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88">
            <a:extLst xmlns:a="http://schemas.openxmlformats.org/drawingml/2006/main">
              <a:ext uri="{FF2B5EF4-FFF2-40B4-BE49-F238E27FC236}">
                <a16:creationId xmlns:a16="http://schemas.microsoft.com/office/drawing/2014/main" id="{CA36D3AC-57D3-4FCB-8E41-C63F6B749A1A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12336463" y="1632578"/>
            <a:ext cx="11412538" cy="11383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4.xml><?xml version="1.0" encoding="utf-8"?>
<p:sldLayout xmlns:p="http://schemas.openxmlformats.org/presentationml/2006/main" matchingName="титульник раз">
  <p:cSld name="титульник раз">
    <p:bg>
      <p:bgPr>
        <a:solidFill xmlns:a="http://schemas.openxmlformats.org/drawingml/2006/main">
          <a:srgbClr val="C4FD7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Google Shape;27;p24">
            <a:extLst xmlns:a="http://schemas.openxmlformats.org/drawingml/2006/main">
              <a:ext uri="{FF2B5EF4-FFF2-40B4-BE49-F238E27FC236}">
                <a16:creationId xmlns:a16="http://schemas.microsoft.com/office/drawing/2014/main" id="{B7DD9C66-A698-483B-A635-B1AC961425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8488" y="2699995"/>
            <a:ext cx="11151007" cy="290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823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0"/>
              <a:buFont typeface="Helvetica Neue"/>
              <a:buNone/>
              <a:defRPr sz="13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8" name="Google Shape;28;p24">
            <a:extLst xmlns:a="http://schemas.openxmlformats.org/drawingml/2006/main">
              <a:ext uri="{FF2B5EF4-FFF2-40B4-BE49-F238E27FC236}">
                <a16:creationId xmlns:a16="http://schemas.microsoft.com/office/drawing/2014/main" id="{288844D7-0840-4B44-B2C0-C16E25B13F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большие цифры 3 столбца копия 1">
  <p:cSld name="большие цифры 3 столбца копия 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oogle Shape;30;p31">
            <a:extLst xmlns:a="http://schemas.openxmlformats.org/drawingml/2006/main">
              <a:ext uri="{FF2B5EF4-FFF2-40B4-BE49-F238E27FC236}">
                <a16:creationId xmlns:a16="http://schemas.microsoft.com/office/drawing/2014/main" id="{57FD6AA7-23B5-43D0-A0DF-2366933193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31" name="Google Shape;31;p31">
            <a:extLst xmlns:a="http://schemas.openxmlformats.org/drawingml/2006/main">
              <a:ext uri="{FF2B5EF4-FFF2-40B4-BE49-F238E27FC236}">
                <a16:creationId xmlns:a16="http://schemas.microsoft.com/office/drawing/2014/main" id="{BF139467-5AFC-416D-8046-828A1EE770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99116" y="1622350"/>
            <a:ext cx="12610406" cy="16766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31">
            <a:extLst xmlns:a="http://schemas.openxmlformats.org/drawingml/2006/main">
              <a:ext uri="{FF2B5EF4-FFF2-40B4-BE49-F238E27FC236}">
                <a16:creationId xmlns:a16="http://schemas.microsoft.com/office/drawing/2014/main" id="{7032A861-D1EA-486A-82AF-F42FB57BF97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5237" y="9569323"/>
            <a:ext cx="5770700" cy="18188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  <a:defRPr sz="2800" b="0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31">
            <a:extLst xmlns:a="http://schemas.openxmlformats.org/drawingml/2006/main">
              <a:ext uri="{FF2B5EF4-FFF2-40B4-BE49-F238E27FC236}">
                <a16:creationId xmlns:a16="http://schemas.microsoft.com/office/drawing/2014/main" id="{7537AF79-BBB3-41C8-9FE1-34A1AC56101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9121148" y="9552390"/>
            <a:ext cx="5770700" cy="13870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  <a:defRPr sz="2800" b="0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4" name="Google Shape;34;p31">
            <a:extLst xmlns:a="http://schemas.openxmlformats.org/drawingml/2006/main">
              <a:ext uri="{FF2B5EF4-FFF2-40B4-BE49-F238E27FC236}">
                <a16:creationId xmlns:a16="http://schemas.microsoft.com/office/drawing/2014/main" id="{73BE123B-3C39-4333-84FE-3240CD3C69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7859283" y="9560935"/>
            <a:ext cx="5639976" cy="955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  <a:defRPr sz="2800" b="0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5" name="Google Shape;35;p31">
            <a:extLst xmlns:a="http://schemas.openxmlformats.org/drawingml/2006/main">
              <a:ext uri="{FF2B5EF4-FFF2-40B4-BE49-F238E27FC236}">
                <a16:creationId xmlns:a16="http://schemas.microsoft.com/office/drawing/2014/main" id="{16ABA2FC-A5D9-4D57-A195-F043803AFB9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582566" y="5915475"/>
            <a:ext cx="5595984" cy="18172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6526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  <a:defRPr sz="19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31">
            <a:extLst xmlns:a="http://schemas.openxmlformats.org/drawingml/2006/main">
              <a:ext uri="{FF2B5EF4-FFF2-40B4-BE49-F238E27FC236}">
                <a16:creationId xmlns:a16="http://schemas.microsoft.com/office/drawing/2014/main" id="{64C987A6-3B6E-410F-AE91-E0125DA5E4A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9148886" y="5915475"/>
            <a:ext cx="5345535" cy="18172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6526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  <a:defRPr sz="19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31">
            <a:extLst xmlns:a="http://schemas.openxmlformats.org/drawingml/2006/main">
              <a:ext uri="{FF2B5EF4-FFF2-40B4-BE49-F238E27FC236}">
                <a16:creationId xmlns:a16="http://schemas.microsoft.com/office/drawing/2014/main" id="{9FCC31DA-77C6-489C-B427-490BDD86532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7799112" y="5915475"/>
            <a:ext cx="5901840" cy="18172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6526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  <a:defRPr sz="19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31">
            <a:extLst xmlns:a="http://schemas.openxmlformats.org/drawingml/2006/main">
              <a:ext uri="{FF2B5EF4-FFF2-40B4-BE49-F238E27FC236}">
                <a16:creationId xmlns:a16="http://schemas.microsoft.com/office/drawing/2014/main" id="{B7E070BC-21E3-42EB-A1BB-CBD8D63298DE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14451" y="7906913"/>
            <a:ext cx="5357878" cy="647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31">
            <a:extLst xmlns:a="http://schemas.openxmlformats.org/drawingml/2006/main">
              <a:ext uri="{FF2B5EF4-FFF2-40B4-BE49-F238E27FC236}">
                <a16:creationId xmlns:a16="http://schemas.microsoft.com/office/drawing/2014/main" id="{FE0589DA-F9A1-4327-91D1-209F3EC88DC3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9136543" y="7889980"/>
            <a:ext cx="5357878" cy="647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31">
            <a:extLst xmlns:a="http://schemas.openxmlformats.org/drawingml/2006/main">
              <a:ext uri="{FF2B5EF4-FFF2-40B4-BE49-F238E27FC236}">
                <a16:creationId xmlns:a16="http://schemas.microsoft.com/office/drawing/2014/main" id="{4FFB7542-6B31-4DDB-A143-D0BD4A87A98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7816943" y="7906913"/>
            <a:ext cx="5357878" cy="647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1" name="Google Shape;41;p31">
            <a:extLst xmlns:a="http://schemas.openxmlformats.org/drawingml/2006/main">
              <a:ext uri="{FF2B5EF4-FFF2-40B4-BE49-F238E27FC236}">
                <a16:creationId xmlns:a16="http://schemas.microsoft.com/office/drawing/2014/main" id="{E68F6175-35DE-4631-BC6B-4501E56FA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9" y="5352038"/>
            <a:ext cx="102657" cy="47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пустой слайд копия">
  <p:cSld name="пустой слайд копия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Google Shape;43;p28">
            <a:extLst xmlns:a="http://schemas.openxmlformats.org/drawingml/2006/main">
              <a:ext uri="{FF2B5EF4-FFF2-40B4-BE49-F238E27FC236}">
                <a16:creationId xmlns:a16="http://schemas.microsoft.com/office/drawing/2014/main" id="{3740FA8E-141E-4528-A73B-56C4B9C7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4" y="725175"/>
            <a:ext cx="25362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sz="20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Москва | 2024</a:t>
            </a:r>
            <a:endParaRPr sz="1000" b="1" i="0" u="none" cap="none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4" name="Google Shape;44;p28">
            <a:extLst xmlns:a="http://schemas.openxmlformats.org/drawingml/2006/main">
              <a:ext uri="{FF2B5EF4-FFF2-40B4-BE49-F238E27FC236}">
                <a16:creationId xmlns:a16="http://schemas.microsoft.com/office/drawing/2014/main" id="{CF6D566E-3973-47BD-86BE-8DB76CBA66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48" name="Google Shape;45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fe73df57684c0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67975" y="769625"/>
            <a:ext cx="1865324" cy="321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большой список">
  <p:cSld name="большой спис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Google Shape;47;p30">
            <a:extLst xmlns:a="http://schemas.openxmlformats.org/drawingml/2006/main">
              <a:ext uri="{FF2B5EF4-FFF2-40B4-BE49-F238E27FC236}">
                <a16:creationId xmlns:a16="http://schemas.microsoft.com/office/drawing/2014/main" id="{22231214-76D5-4748-9D0F-7FE5885D99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4451" y="1633686"/>
            <a:ext cx="9629311" cy="9202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30">
            <a:extLst xmlns:a="http://schemas.openxmlformats.org/drawingml/2006/main">
              <a:ext uri="{FF2B5EF4-FFF2-40B4-BE49-F238E27FC236}">
                <a16:creationId xmlns:a16="http://schemas.microsoft.com/office/drawing/2014/main" id="{7770C2F7-49CB-4775-B2A5-0E466233394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283011" y="6261746"/>
            <a:ext cx="7950745" cy="2432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30">
            <a:extLst xmlns:a="http://schemas.openxmlformats.org/drawingml/2006/main">
              <a:ext uri="{FF2B5EF4-FFF2-40B4-BE49-F238E27FC236}">
                <a16:creationId xmlns:a16="http://schemas.microsoft.com/office/drawing/2014/main" id="{58238EC1-A1FF-4CC5-8B11-CAD5D48CC476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773541" y="6401348"/>
            <a:ext cx="1535562" cy="1848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50" name="Google Shape;50;p30">
            <a:extLst xmlns:a="http://schemas.openxmlformats.org/drawingml/2006/main">
              <a:ext uri="{FF2B5EF4-FFF2-40B4-BE49-F238E27FC236}">
                <a16:creationId xmlns:a16="http://schemas.microsoft.com/office/drawing/2014/main" id="{05D7E876-F820-4B46-8F65-012987777B0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283011" y="9359308"/>
            <a:ext cx="7950745" cy="24329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51" name="Google Shape;51;p30">
            <a:extLst xmlns:a="http://schemas.openxmlformats.org/drawingml/2006/main">
              <a:ext uri="{FF2B5EF4-FFF2-40B4-BE49-F238E27FC236}">
                <a16:creationId xmlns:a16="http://schemas.microsoft.com/office/drawing/2014/main" id="{1B64AF6B-184F-4EE6-A204-AD9FD3BB9920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744317" y="9498192"/>
            <a:ext cx="1773836" cy="1994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52" name="Google Shape;52;p30">
            <a:extLst xmlns:a="http://schemas.openxmlformats.org/drawingml/2006/main">
              <a:ext uri="{FF2B5EF4-FFF2-40B4-BE49-F238E27FC236}">
                <a16:creationId xmlns:a16="http://schemas.microsoft.com/office/drawing/2014/main" id="{277D47FE-2B6F-4511-9DBD-A6AD6A39683A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12534754" y="6172786"/>
            <a:ext cx="2574088" cy="23568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53" name="Google Shape;53;p30">
            <a:extLst xmlns:a="http://schemas.openxmlformats.org/drawingml/2006/main">
              <a:ext uri="{FF2B5EF4-FFF2-40B4-BE49-F238E27FC236}">
                <a16:creationId xmlns:a16="http://schemas.microsoft.com/office/drawing/2014/main" id="{6750458C-46CE-422D-B83A-6228BAE9044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5001174" y="6293292"/>
            <a:ext cx="7571013" cy="24329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  <a:defRPr sz="53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30">
            <a:extLst xmlns:a="http://schemas.openxmlformats.org/drawingml/2006/main">
              <a:ext uri="{FF2B5EF4-FFF2-40B4-BE49-F238E27FC236}">
                <a16:creationId xmlns:a16="http://schemas.microsoft.com/office/drawing/2014/main" id="{72D2CED7-708B-4E01-8562-4353CB877F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заключительный">
  <p:cSld name="заключительный"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36">
            <a:extLst xmlns:a="http://schemas.openxmlformats.org/drawingml/2006/main">
              <a:ext uri="{FF2B5EF4-FFF2-40B4-BE49-F238E27FC236}">
                <a16:creationId xmlns:a16="http://schemas.microsoft.com/office/drawing/2014/main" id="{FF903883-6607-45D9-A112-F00DFBC0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747" y="9203874"/>
            <a:ext cx="1280369" cy="14198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 cmpd="sng">
            <a:solidFill>
              <a:srgbClr val="FFFFFF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dist="243022" dir="2741011" rotWithShape="0">
              <a:srgbClr val="FFFFFF"/>
            </a:outerShdw>
          </a:effectLst>
        </p:spPr>
        <p:txBody>
          <a:bodyPr xmlns:a="http://schemas.openxmlformats.org/drawingml/2006/main" spcFirstLastPara="1" wrap="square" lIns="50800" tIns="50800" rIns="50800" bIns="5080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508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marR="0" lvl="0" indent="508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7" name="Google Shape;57;p36">
            <a:extLst xmlns:a="http://schemas.openxmlformats.org/drawingml/2006/main">
              <a:ext uri="{FF2B5EF4-FFF2-40B4-BE49-F238E27FC236}">
                <a16:creationId xmlns:a16="http://schemas.microsoft.com/office/drawing/2014/main" id="{ABE3D69F-11C5-470C-B7C7-886F5FB2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925" y="11367438"/>
            <a:ext cx="1280369" cy="141986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38100" cmpd="sng">
            <a:solidFill>
              <a:srgbClr val="FFFFFF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dist="243022" dir="2741011" rotWithShape="0">
              <a:srgbClr val="FFFFFF"/>
            </a:outerShdw>
          </a:effectLst>
        </p:spPr>
        <p:txBody>
          <a:bodyPr xmlns:a="http://schemas.openxmlformats.org/drawingml/2006/main" spcFirstLastPara="1" wrap="square" lIns="50800" tIns="50800" rIns="50800" bIns="50800" anchor="ctr">
            <a:spAutoFit/>
          </a:bodyPr>
          <a:lstStyle xmlns:a="http://schemas.openxmlformats.org/drawingml/2006/main"/>
          <a:p xmlns:a="http://schemas.openxmlformats.org/drawingml/2006/main">
            <a:pPr marL="0" marR="0" lvl="0" indent="508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marL="0" marR="0" lvl="0" indent="508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8" name="Google Shape;58;p36">
            <a:extLst xmlns:a="http://schemas.openxmlformats.org/drawingml/2006/main">
              <a:ext uri="{FF2B5EF4-FFF2-40B4-BE49-F238E27FC236}">
                <a16:creationId xmlns:a16="http://schemas.microsoft.com/office/drawing/2014/main" id="{743698AF-D99F-4C7A-B9AC-1098EEC258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740973" y="11844199"/>
            <a:ext cx="3888237" cy="46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spAutoFit/>
          </a:bodyPr>
          <a:lstStyle xmlns:a="http://schemas.openxmlformats.org/drawingml/2006/main">
            <a:lvl1pPr marL="457200" marR="0" indent="-22860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  <a:defRPr sz="2400" b="0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59" name="Google Shape;59;p36">
            <a:extLst xmlns:a="http://schemas.openxmlformats.org/drawingml/2006/main">
              <a:ext uri="{FF2B5EF4-FFF2-40B4-BE49-F238E27FC236}">
                <a16:creationId xmlns:a16="http://schemas.microsoft.com/office/drawing/2014/main" id="{D57C8AEA-6826-4D17-8107-61244D1E89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708581" y="9680634"/>
            <a:ext cx="4542225" cy="466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spAutoFit/>
          </a:bodyPr>
          <a:lstStyle xmlns:a="http://schemas.openxmlformats.org/drawingml/2006/main">
            <a:lvl1pPr marL="457200" marR="0" indent="-228600" algn="l">
              <a:lnSpc>
                <a:spcPct val="120833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  <a:defRPr sz="2400" b="0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0" name="Google Shape;60;p36">
            <a:extLst xmlns:a="http://schemas.openxmlformats.org/drawingml/2006/main">
              <a:ext uri="{FF2B5EF4-FFF2-40B4-BE49-F238E27FC236}">
                <a16:creationId xmlns:a16="http://schemas.microsoft.com/office/drawing/2014/main" id="{3A34DE77-F8BC-4112-BE91-397934ABD06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25872" y="6029026"/>
            <a:ext cx="5982945" cy="955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Helvetica Neue"/>
              <a:buNone/>
              <a:defRPr sz="2800" b="0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36">
            <a:extLst xmlns:a="http://schemas.openxmlformats.org/drawingml/2006/main">
              <a:ext uri="{FF2B5EF4-FFF2-40B4-BE49-F238E27FC236}">
                <a16:creationId xmlns:a16="http://schemas.microsoft.com/office/drawing/2014/main" id="{26D3CD15-7248-48C3-91EC-981DE72E09A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26614" y="4676742"/>
            <a:ext cx="6436669" cy="9202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300"/>
              <a:buFont typeface="Helvetica Neue"/>
              <a:buNone/>
              <a:defRPr sz="53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36">
            <a:extLst xmlns:a="http://schemas.openxmlformats.org/drawingml/2006/main">
              <a:ext uri="{FF2B5EF4-FFF2-40B4-BE49-F238E27FC236}">
                <a16:creationId xmlns:a16="http://schemas.microsoft.com/office/drawing/2014/main" id="{4BB96784-2D58-4B00-A697-80A3C97E24C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1908506" y="4676742"/>
            <a:ext cx="6436668" cy="9202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>
            <a:lvl1pPr marL="457200" marR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300"/>
              <a:buFont typeface="Helvetica Neue"/>
              <a:buNone/>
              <a:defRPr sz="53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36">
            <a:extLst xmlns:a="http://schemas.openxmlformats.org/drawingml/2006/main">
              <a:ext uri="{FF2B5EF4-FFF2-40B4-BE49-F238E27FC236}">
                <a16:creationId xmlns:a16="http://schemas.microsoft.com/office/drawing/2014/main" id="{BCECFC61-6D39-43E5-84F1-0433D3EB5B3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80926" y="5978227"/>
            <a:ext cx="5885992" cy="5234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Helvetica Neue"/>
              <a:buChar char="•"/>
              <a:defRPr sz="2800" b="0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36">
            <a:extLst xmlns:a="http://schemas.openxmlformats.org/drawingml/2006/main">
              <a:ext uri="{FF2B5EF4-FFF2-40B4-BE49-F238E27FC236}">
                <a16:creationId xmlns:a16="http://schemas.microsoft.com/office/drawing/2014/main" id="{4CF6C434-6FF8-4D95-9045-9B5B961FE18B}"/>
              </a:ext>
            </a:extLst>
          </p:cNvPr>
          <p:cNvSpPr>
            <a:spLocks xmlns:a="http://schemas.openxmlformats.org/drawingml/2006/main" noGrp="1"/>
          </p:cNvSpPr>
          <p:nvPr>
            <p:ph type="pic" idx="7"/>
          </p:nvPr>
        </p:nvSpPr>
        <p:spPr>
          <a:xfrm xmlns:a="http://schemas.openxmlformats.org/drawingml/2006/main">
            <a:off x="865719" y="9543340"/>
            <a:ext cx="1073401" cy="820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5" name="Google Shape;65;p36">
            <a:extLst xmlns:a="http://schemas.openxmlformats.org/drawingml/2006/main">
              <a:ext uri="{FF2B5EF4-FFF2-40B4-BE49-F238E27FC236}">
                <a16:creationId xmlns:a16="http://schemas.microsoft.com/office/drawing/2014/main" id="{477D8B9C-A21A-4E8D-9E0B-B67E8DC5F5A4}"/>
              </a:ext>
            </a:extLst>
          </p:cNvPr>
          <p:cNvSpPr>
            <a:spLocks xmlns:a="http://schemas.openxmlformats.org/drawingml/2006/main" noGrp="1"/>
          </p:cNvSpPr>
          <p:nvPr>
            <p:ph type="pic" idx="8"/>
          </p:nvPr>
        </p:nvSpPr>
        <p:spPr>
          <a:xfrm xmlns:a="http://schemas.openxmlformats.org/drawingml/2006/main">
            <a:off x="1021891" y="11759168"/>
            <a:ext cx="761058" cy="636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6" name="Google Shape;66;p36">
            <a:extLst xmlns:a="http://schemas.openxmlformats.org/drawingml/2006/main">
              <a:ext uri="{FF2B5EF4-FFF2-40B4-BE49-F238E27FC236}">
                <a16:creationId xmlns:a16="http://schemas.microsoft.com/office/drawing/2014/main" id="{72B30B31-9C59-4A2F-882C-C5EEC3C12E72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11980926" y="6660434"/>
            <a:ext cx="5885992" cy="5234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Helvetica Neue"/>
              <a:buChar char="•"/>
              <a:defRPr sz="2800" b="0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7" name="Google Shape;67;p36">
            <a:extLst xmlns:a="http://schemas.openxmlformats.org/drawingml/2006/main">
              <a:ext uri="{FF2B5EF4-FFF2-40B4-BE49-F238E27FC236}">
                <a16:creationId xmlns:a16="http://schemas.microsoft.com/office/drawing/2014/main" id="{49F36C80-99A5-4BEE-A6E2-4AAAC6B60BC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1980926" y="7358189"/>
            <a:ext cx="5885992" cy="5234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>
            <a:lvl1pPr marL="457200" marR="0" indent="-406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Helvetica Neue"/>
              <a:buChar char="•"/>
              <a:defRPr sz="2800" b="0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914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2pPr>
            <a:lvl3pPr marL="1371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3pPr>
            <a:lvl4pPr marL="1828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4pPr>
            <a:lvl5pPr marL="22860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5pPr>
            <a:lvl6pPr marL="27432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6pPr>
            <a:lvl7pPr marL="32004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7pPr>
            <a:lvl8pPr marL="36576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8pPr>
            <a:lvl9pPr marL="4114800" marR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2400"/>
              <a:buFont typeface="Helvetica Neue"/>
              <a:buNone/>
              <a:defRPr sz="2400" b="0" i="0" u="none" cap="none">
                <a:solidFill>
                  <a:srgbClr val="5E5E5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36">
            <a:extLst xmlns:a="http://schemas.openxmlformats.org/drawingml/2006/main">
              <a:ext uri="{FF2B5EF4-FFF2-40B4-BE49-F238E27FC236}">
                <a16:creationId xmlns:a16="http://schemas.microsoft.com/office/drawing/2014/main" id="{4F147377-A639-4FB4-AD52-16C84F9F8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4" y="725175"/>
            <a:ext cx="25362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sz="20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Москва | 2024</a:t>
            </a:r>
            <a:endParaRPr sz="1000" b="1" i="0" u="none" cap="none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9" name="Google Shape;69;p36">
            <a:extLst xmlns:a="http://schemas.openxmlformats.org/drawingml/2006/main">
              <a:ext uri="{FF2B5EF4-FFF2-40B4-BE49-F238E27FC236}">
                <a16:creationId xmlns:a16="http://schemas.microsoft.com/office/drawing/2014/main" id="{1670CD27-5217-4A8B-A8BE-5EF27257B9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85" name="Google Shape;70;p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a9a4fd59754f7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67975" y="769625"/>
            <a:ext cx="1865324" cy="321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пустой слайд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37">
            <a:extLst xmlns:a="http://schemas.openxmlformats.org/drawingml/2006/main">
              <a:ext uri="{FF2B5EF4-FFF2-40B4-BE49-F238E27FC236}">
                <a16:creationId xmlns:a16="http://schemas.microsoft.com/office/drawing/2014/main" id="{009886D5-31E3-4BF2-B623-8A96A85062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Важная информация">
  <p:cSld name="BIG_NUMBER_1_1_1_1">
    <p:bg>
      <p:bgPr>
        <a:solidFill xmlns:a="http://schemas.openxmlformats.org/drawingml/2006/main">
          <a:srgbClr val="FF5C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g3aab872a610_1_2153">
            <a:extLst xmlns:a="http://schemas.openxmlformats.org/drawingml/2006/main">
              <a:ext uri="{FF2B5EF4-FFF2-40B4-BE49-F238E27FC236}">
                <a16:creationId xmlns:a16="http://schemas.microsoft.com/office/drawing/2014/main" id="{0230A404-BC82-4A7D-B2EA-467C3F52E7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593221" y="517645"/>
            <a:ext cx="1463100" cy="104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43800" tIns="243800" rIns="243800" bIns="2438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  <a:defRPr sz="2700" b="1" i="0" u="none" cap="none">
                <a:solidFill>
                  <a:schemeClr val="lt1"/>
                </a:solidFill>
                <a:latin typeface="Manrope"/>
                <a:ea typeface="Manrope"/>
                <a:cs typeface="Manrop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75" name="Google Shape;75;g3aab872a610_1_2153">
            <a:extLst xmlns:a="http://schemas.openxmlformats.org/drawingml/2006/main">
              <a:ext uri="{FF2B5EF4-FFF2-40B4-BE49-F238E27FC236}">
                <a16:creationId xmlns:a16="http://schemas.microsoft.com/office/drawing/2014/main" id="{D83AF367-ECED-446F-B0D0-1C0E03EAE8B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33067" y="6725133"/>
            <a:ext cx="18043200" cy="104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43800" tIns="243800" rIns="243800" bIns="2438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100"/>
              <a:buFont typeface="Helvetica Neue"/>
              <a:buNone/>
              <a:defRPr sz="51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  <p:pic>
        <p:nvPicPr>
          <p:cNvPr id="83" name="Google Shape;76;g3aab872a610_1_215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88db0b80264a6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2095267" y="1731965"/>
            <a:ext cx="12288733" cy="119840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4" name="Google Shape;77;g3aab872a610_1_215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ac0b1c2132440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5067" y="901533"/>
            <a:ext cx="4377101" cy="2899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g3aab872a610_1_2153">
            <a:extLst xmlns:a="http://schemas.openxmlformats.org/drawingml/2006/main">
              <a:ext uri="{FF2B5EF4-FFF2-40B4-BE49-F238E27FC236}">
                <a16:creationId xmlns:a16="http://schemas.microsoft.com/office/drawing/2014/main" id="{14F8B93A-C666-4097-8290-12562B4285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12133" y="1120533"/>
            <a:ext cx="22924800" cy="162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43800" tIns="243800" rIns="243800" bIns="243800" anchor="t">
            <a:noAutofit/>
          </a:bodyPr>
          <a:lstStyle xmlns:a="http://schemas.openxmlformats.org/drawingml/2006/main">
            <a:lvl1pPr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900"/>
              <a:buFont typeface="Helvetica Neue"/>
              <a:buNone/>
              <a:defRPr sz="139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9c3a96f1b4ad471b" /><Relationship Type="http://schemas.openxmlformats.org/officeDocument/2006/relationships/theme" Target="/ppt/slideMasters/theme/theme2.xml" Id="R1a45cf9dcf194e3c" /><Relationship Type="http://schemas.openxmlformats.org/officeDocument/2006/relationships/slideLayout" Target="/ppt/slideLayouts/slideLayout1.xml" Id="R760c5bfb38db4182" /><Relationship Type="http://schemas.openxmlformats.org/officeDocument/2006/relationships/slideLayout" Target="/ppt/slideLayouts/slideLayout2.xml" Id="R6c0fcc9cff064ac6" /><Relationship Type="http://schemas.openxmlformats.org/officeDocument/2006/relationships/slideLayout" Target="/ppt/slideLayouts/slideLayout3.xml" Id="R325d6721aacb484e" /><Relationship Type="http://schemas.openxmlformats.org/officeDocument/2006/relationships/slideLayout" Target="/ppt/slideLayouts/slideLayout4.xml" Id="R8a21436a90234685" /><Relationship Type="http://schemas.openxmlformats.org/officeDocument/2006/relationships/slideLayout" Target="/ppt/slideLayouts/slideLayout5.xml" Id="R3663d6ac271145f0" /><Relationship Type="http://schemas.openxmlformats.org/officeDocument/2006/relationships/slideLayout" Target="/ppt/slideLayouts/slideLayout6.xml" Id="R3951d84979bc4501" /><Relationship Type="http://schemas.openxmlformats.org/officeDocument/2006/relationships/slideLayout" Target="/ppt/slideLayouts/slideLayout7.xml" Id="Rb0db0abe720b4c41" /><Relationship Type="http://schemas.openxmlformats.org/officeDocument/2006/relationships/slideLayout" Target="/ppt/slideLayouts/slideLayout8.xml" Id="R9d8d197d3c8042f9" /><Relationship Type="http://schemas.openxmlformats.org/officeDocument/2006/relationships/slideLayout" Target="/ppt/slideLayouts/slideLayout9.xml" Id="R987c18cd86aa4d79" /><Relationship Type="http://schemas.openxmlformats.org/officeDocument/2006/relationships/slideLayout" Target="/ppt/slideLayouts/slideLayout10.xml" Id="R76600190de2644b3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21">
            <a:extLst xmlns:a="http://schemas.openxmlformats.org/drawingml/2006/main">
              <a:ext uri="{FF2B5EF4-FFF2-40B4-BE49-F238E27FC236}">
                <a16:creationId xmlns:a16="http://schemas.microsoft.com/office/drawing/2014/main" id="{123421F0-FEA3-4D20-979C-4B7D8317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4" y="725175"/>
            <a:ext cx="25362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r>
              <a: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Москва | 2024</a:t>
            </a:r>
            <a:endParaRPr sz="10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Google Shape;7;p21">
            <a:extLst xmlns:a="http://schemas.openxmlformats.org/drawingml/2006/main">
              <a:ext uri="{FF2B5EF4-FFF2-40B4-BE49-F238E27FC236}">
                <a16:creationId xmlns:a16="http://schemas.microsoft.com/office/drawing/2014/main" id="{3BCB3BA9-8310-47FD-BA4F-E1CB645FC8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  <a:defRPr sz="20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1" name="Google Shape;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3a96f1b4ad47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1775" y="769628"/>
            <a:ext cx="1865324" cy="321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0c5bfb38db4182"/>
    <p:sldLayoutId xmlns:r="http://schemas.openxmlformats.org/officeDocument/2006/relationships" id="2147483650" r:id="R6c0fcc9cff064ac6"/>
    <p:sldLayoutId xmlns:r="http://schemas.openxmlformats.org/officeDocument/2006/relationships" id="2147483651" r:id="R325d6721aacb484e"/>
    <p:sldLayoutId xmlns:r="http://schemas.openxmlformats.org/officeDocument/2006/relationships" id="2147483652" r:id="R8a21436a90234685"/>
    <p:sldLayoutId xmlns:r="http://schemas.openxmlformats.org/officeDocument/2006/relationships" id="2147483653" r:id="R3663d6ac271145f0"/>
    <p:sldLayoutId xmlns:r="http://schemas.openxmlformats.org/officeDocument/2006/relationships" id="2147483654" r:id="R3951d84979bc4501"/>
    <p:sldLayoutId xmlns:r="http://schemas.openxmlformats.org/officeDocument/2006/relationships" id="2147483655" r:id="Rb0db0abe720b4c41"/>
    <p:sldLayoutId xmlns:r="http://schemas.openxmlformats.org/officeDocument/2006/relationships" id="2147483656" r:id="R9d8d197d3c8042f9"/>
    <p:sldLayoutId xmlns:r="http://schemas.openxmlformats.org/officeDocument/2006/relationships" id="2147483657" r:id="R987c18cd86aa4d79"/>
    <p:sldLayoutId xmlns:r="http://schemas.openxmlformats.org/officeDocument/2006/relationships" id="2147483658" r:id="R76600190de2644b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7">
          <p15:clr>
            <a:srgbClr xmlns:a="http://schemas.openxmlformats.org/drawingml/2006/main" val="F26B43"/>
          </p15:clr>
        </p15:guide>
        <p15:guide id="2" pos="377">
          <p15:clr>
            <a:srgbClr xmlns:a="http://schemas.openxmlformats.org/drawingml/2006/main" val="F26B43"/>
          </p15:clr>
        </p15:guide>
        <p15:guide id="3" pos="2033">
          <p15:clr>
            <a:srgbClr xmlns:a="http://schemas.openxmlformats.org/drawingml/2006/main" val="F26B43"/>
          </p15:clr>
        </p15:guide>
        <p15:guide id="4" pos="2214">
          <p15:clr>
            <a:srgbClr xmlns:a="http://schemas.openxmlformats.org/drawingml/2006/main" val="F26B43"/>
          </p15:clr>
        </p15:guide>
        <p15:guide id="5" pos="3892">
          <p15:clr>
            <a:srgbClr xmlns:a="http://schemas.openxmlformats.org/drawingml/2006/main" val="F26B43"/>
          </p15:clr>
        </p15:guide>
        <p15:guide id="6" pos="4074">
          <p15:clr>
            <a:srgbClr xmlns:a="http://schemas.openxmlformats.org/drawingml/2006/main" val="F26B43"/>
          </p15:clr>
        </p15:guide>
        <p15:guide id="7" pos="5730">
          <p15:clr>
            <a:srgbClr xmlns:a="http://schemas.openxmlformats.org/drawingml/2006/main" val="F26B43"/>
          </p15:clr>
        </p15:guide>
        <p15:guide id="8" pos="5911">
          <p15:clr>
            <a:srgbClr xmlns:a="http://schemas.openxmlformats.org/drawingml/2006/main" val="F26B43"/>
          </p15:clr>
        </p15:guide>
        <p15:guide id="9" pos="7567">
          <p15:clr>
            <a:srgbClr xmlns:a="http://schemas.openxmlformats.org/drawingml/2006/main" val="F26B43"/>
          </p15:clr>
        </p15:guide>
        <p15:guide id="10" pos="7771">
          <p15:clr>
            <a:srgbClr xmlns:a="http://schemas.openxmlformats.org/drawingml/2006/main" val="F26B43"/>
          </p15:clr>
        </p15:guide>
        <p15:guide id="11" pos="9426">
          <p15:clr>
            <a:srgbClr xmlns:a="http://schemas.openxmlformats.org/drawingml/2006/main" val="F26B43"/>
          </p15:clr>
        </p15:guide>
        <p15:guide id="12" pos="9608">
          <p15:clr>
            <a:srgbClr xmlns:a="http://schemas.openxmlformats.org/drawingml/2006/main" val="F26B43"/>
          </p15:clr>
        </p15:guide>
        <p15:guide id="13" pos="11286">
          <p15:clr>
            <a:srgbClr xmlns:a="http://schemas.openxmlformats.org/drawingml/2006/main" val="F26B43"/>
          </p15:clr>
        </p15:guide>
        <p15:guide id="14" pos="11468">
          <p15:clr>
            <a:srgbClr xmlns:a="http://schemas.openxmlformats.org/drawingml/2006/main" val="F26B43"/>
          </p15:clr>
        </p15:guide>
        <p15:guide id="15" pos="13123">
          <p15:clr>
            <a:srgbClr xmlns:a="http://schemas.openxmlformats.org/drawingml/2006/main" val="F26B43"/>
          </p15:clr>
        </p15:guide>
        <p15:guide id="16" pos="13305">
          <p15:clr>
            <a:srgbClr xmlns:a="http://schemas.openxmlformats.org/drawingml/2006/main" val="F26B43"/>
          </p15:clr>
        </p15:guide>
        <p15:guide id="17" pos="14960">
          <p15:clr>
            <a:srgbClr xmlns:a="http://schemas.openxmlformats.org/drawingml/2006/main" val="F26B43"/>
          </p15:clr>
        </p15:guide>
        <p15:guide id="18" orient="horz" pos="1417">
          <p15:clr>
            <a:srgbClr xmlns:a="http://schemas.openxmlformats.org/drawingml/2006/main" val="F26B43"/>
          </p15:clr>
        </p15:guide>
        <p15:guide id="19" orient="horz" pos="2370">
          <p15:clr>
            <a:srgbClr xmlns:a="http://schemas.openxmlformats.org/drawingml/2006/main" val="F26B43"/>
          </p15:clr>
        </p15:guide>
        <p15:guide id="20" orient="horz" pos="3367">
          <p15:clr>
            <a:srgbClr xmlns:a="http://schemas.openxmlformats.org/drawingml/2006/main" val="F26B43"/>
          </p15:clr>
        </p15:guide>
        <p15:guide id="21" orient="horz" pos="4320">
          <p15:clr>
            <a:srgbClr xmlns:a="http://schemas.openxmlformats.org/drawingml/2006/main" val="F26B43"/>
          </p15:clr>
        </p15:guide>
        <p15:guide id="22" orient="horz" pos="5295">
          <p15:clr>
            <a:srgbClr xmlns:a="http://schemas.openxmlformats.org/drawingml/2006/main" val="F26B43"/>
          </p15:clr>
        </p15:guide>
        <p15:guide id="23" orient="horz" pos="6270">
          <p15:clr>
            <a:srgbClr xmlns:a="http://schemas.openxmlformats.org/drawingml/2006/main" val="F26B43"/>
          </p15:clr>
        </p15:guide>
        <p15:guide id="24" orient="horz" pos="7223">
          <p15:clr>
            <a:srgbClr xmlns:a="http://schemas.openxmlformats.org/drawingml/2006/main" val="F26B43"/>
          </p15:clr>
        </p15:guide>
        <p15:guide id="25" orient="horz" pos="8176">
          <p15:clr>
            <a:srgbClr xmlns:a="http://schemas.openxmlformats.org/drawingml/2006/main" val="F26B43"/>
          </p15:clr>
        </p15:guide>
        <p15:guide id="26" orient="horz" pos="648">
          <p15:clr>
            <a:srgbClr xmlns:a="http://schemas.openxmlformats.org/drawingml/2006/main" val="E46962"/>
          </p15:clr>
        </p15:guide>
        <p15:guide id="27" orient="horz" pos="687">
          <p15:clr>
            <a:srgbClr xmlns:a="http://schemas.openxmlformats.org/drawingml/2006/main" val="E46962"/>
          </p15:clr>
        </p15:guide>
        <p15:guide id="28" orient="horz" pos="744">
          <p15:clr>
            <a:srgbClr xmlns:a="http://schemas.openxmlformats.org/drawingml/2006/main" val="E46962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688abb8494364" /><Relationship Type="http://schemas.openxmlformats.org/officeDocument/2006/relationships/image" Target="/ppt/media/image5.png" Id="R356556cd83c141cf" /><Relationship Type="http://schemas.openxmlformats.org/officeDocument/2006/relationships/image" Target="/ppt/media/image6.png" Id="R76a8c5da816b4a6d" /><Relationship Type="http://schemas.openxmlformats.org/officeDocument/2006/relationships/image" Target="/ppt/media/image7.png" Id="R3bd829266bbe41db" /><Relationship Type="http://schemas.openxmlformats.org/officeDocument/2006/relationships/image" Target="/ppt/media/image8.png" Id="Rb077ed676df541a9" /><Relationship Type="http://schemas.openxmlformats.org/officeDocument/2006/relationships/image" Target="/ppt/media/image9.png" Id="R1d749444f86f4194" /><Relationship Type="http://schemas.openxmlformats.org/officeDocument/2006/relationships/notesSlide" Target="/ppt/notesSlides/notesSlide1.xml" Id="R351025bf083041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3e7761e730e4d7c" /><Relationship Type="http://schemas.openxmlformats.org/officeDocument/2006/relationships/image" Target="/ppt/media/image10.png" Id="R936d1e763dc44862" /><Relationship Type="http://schemas.openxmlformats.org/officeDocument/2006/relationships/image" Target="/ppt/media/image11.png" Id="R38a154c10ca84746" /><Relationship Type="http://schemas.openxmlformats.org/officeDocument/2006/relationships/image" Target="/ppt/media/image12.png" Id="Re4f4dcbc46d94e75" /><Relationship Type="http://schemas.openxmlformats.org/officeDocument/2006/relationships/image" Target="/ppt/media/image13.png" Id="Rec8911c084c5480e" /><Relationship Type="http://schemas.openxmlformats.org/officeDocument/2006/relationships/notesSlide" Target="/ppt/notesSlides/notesSlide2.xml" Id="R8a47967d73d543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70f80474dc4d60" /><Relationship Type="http://schemas.openxmlformats.org/officeDocument/2006/relationships/image" Target="/ppt/media/image14.png" Id="R5914206ab9314074" /><Relationship Type="http://schemas.openxmlformats.org/officeDocument/2006/relationships/image" Target="/ppt/media/image15.png" Id="R0a828f4d8d174384" /><Relationship Type="http://schemas.openxmlformats.org/officeDocument/2006/relationships/notesSlide" Target="/ppt/notesSlides/notesSlide3.xml" Id="Ra8bbd3dd28214a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d19f0e7a87544ee9" /><Relationship Type="http://schemas.openxmlformats.org/officeDocument/2006/relationships/image" Target="/ppt/media/image16.png" Id="R4c545498126646ad" /><Relationship Type="http://schemas.openxmlformats.org/officeDocument/2006/relationships/notesSlide" Target="/ppt/notesSlides/notesSlide4.xml" Id="R6bd715b792cb431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57aa5754a7e4b37" /><Relationship Type="http://schemas.openxmlformats.org/officeDocument/2006/relationships/image" Target="/ppt/media/image17.png" Id="R6a0132a2912b4016" /><Relationship Type="http://schemas.openxmlformats.org/officeDocument/2006/relationships/image" Target="/ppt/media/image18.png" Id="Re875e528bd9a4947" /><Relationship Type="http://schemas.openxmlformats.org/officeDocument/2006/relationships/image" Target="/ppt/media/image19.png" Id="R94e4770d6e4f4405" /><Relationship Type="http://schemas.openxmlformats.org/officeDocument/2006/relationships/notesSlide" Target="/ppt/notesSlides/notesSlide5.xml" Id="R6660d2b4330a4c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ccceab02206498e" /><Relationship Type="http://schemas.openxmlformats.org/officeDocument/2006/relationships/image" Target="/ppt/media/image20.png" Id="R17e4eec309144e75" /><Relationship Type="http://schemas.openxmlformats.org/officeDocument/2006/relationships/image" Target="/ppt/media/image21.png" Id="R89e6ad8016e6460e" /><Relationship Type="http://schemas.openxmlformats.org/officeDocument/2006/relationships/notesSlide" Target="/ppt/notesSlides/notesSlide6.xml" Id="R08d5e7c398e248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f6beb08b87483a" /><Relationship Type="http://schemas.openxmlformats.org/officeDocument/2006/relationships/image" Target="/ppt/media/image17.png" Id="R73f404c21e88419e" /><Relationship Type="http://schemas.openxmlformats.org/officeDocument/2006/relationships/image" Target="/ppt/media/image18.png" Id="R43e8aca97af541d0" /><Relationship Type="http://schemas.openxmlformats.org/officeDocument/2006/relationships/image" Target="/ppt/media/image19.png" Id="Rb27b881ec4044b7e" /><Relationship Type="http://schemas.openxmlformats.org/officeDocument/2006/relationships/notesSlide" Target="/ppt/notesSlides/notesSlide7.xml" Id="Rd606f84c627643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9121c65a04406a" /><Relationship Type="http://schemas.openxmlformats.org/officeDocument/2006/relationships/image" Target="/ppt/media/image17.png" Id="R29e69638e4ca401a" /><Relationship Type="http://schemas.openxmlformats.org/officeDocument/2006/relationships/image" Target="/ppt/media/image18.png" Id="Rf8448272b6f44f31" /><Relationship Type="http://schemas.openxmlformats.org/officeDocument/2006/relationships/image" Target="/ppt/media/image19.png" Id="R7292ba5203f24bd7" /><Relationship Type="http://schemas.openxmlformats.org/officeDocument/2006/relationships/notesSlide" Target="/ppt/notesSlides/notesSlide8.xml" Id="R5995162bb8e746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de70016374dc4" /><Relationship Type="http://schemas.openxmlformats.org/officeDocument/2006/relationships/image" Target="/ppt/media/image17.png" Id="Rfa6c672196564603" /><Relationship Type="http://schemas.openxmlformats.org/officeDocument/2006/relationships/image" Target="/ppt/media/image18.png" Id="Rb4a4426129c64fe6" /><Relationship Type="http://schemas.openxmlformats.org/officeDocument/2006/relationships/image" Target="/ppt/media/image19.png" Id="R848a21cd92384529" /><Relationship Type="http://schemas.openxmlformats.org/officeDocument/2006/relationships/notesSlide" Target="/ppt/notesSlides/notesSlide9.xml" Id="R76c8662e24a746b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91b6ec59db4ab5" /><Relationship Type="http://schemas.openxmlformats.org/officeDocument/2006/relationships/image" Target="/ppt/media/image17.png" Id="R39d3dbbedfcf4736" /><Relationship Type="http://schemas.openxmlformats.org/officeDocument/2006/relationships/image" Target="/ppt/media/image18.png" Id="Rf09e2357abc74d83" /><Relationship Type="http://schemas.openxmlformats.org/officeDocument/2006/relationships/image" Target="/ppt/media/image19.png" Id="Rde7a9fe557c94be6" /><Relationship Type="http://schemas.openxmlformats.org/officeDocument/2006/relationships/notesSlide" Target="/ppt/notesSlides/notesSlide10.xml" Id="Rae669c8ae7f343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3b2a9a53fe48fb" /><Relationship Type="http://schemas.openxmlformats.org/officeDocument/2006/relationships/image" Target="/ppt/media/image17.png" Id="R2f82a503e09f4244" /><Relationship Type="http://schemas.openxmlformats.org/officeDocument/2006/relationships/image" Target="/ppt/media/image18.png" Id="R18ae5a97b1504397" /><Relationship Type="http://schemas.openxmlformats.org/officeDocument/2006/relationships/image" Target="/ppt/media/image19.png" Id="Re3d94108b9644d2a" /><Relationship Type="http://schemas.openxmlformats.org/officeDocument/2006/relationships/notesSlide" Target="/ppt/notesSlides/notesSlide11.xml" Id="R4ff25b19d01040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bc34f6755442a4" /><Relationship Type="http://schemas.openxmlformats.org/officeDocument/2006/relationships/image" Target="/ppt/media/image17.png" Id="Rc5dc35de53d4426b" /><Relationship Type="http://schemas.openxmlformats.org/officeDocument/2006/relationships/image" Target="/ppt/media/image18.png" Id="R4a21e98b88964040" /><Relationship Type="http://schemas.openxmlformats.org/officeDocument/2006/relationships/image" Target="/ppt/media/image19.png" Id="R6614d635abae4105" /><Relationship Type="http://schemas.openxmlformats.org/officeDocument/2006/relationships/notesSlide" Target="/ppt/notesSlides/notesSlide12.xml" Id="Rab693a4c02bc413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b52feba17741ee" /><Relationship Type="http://schemas.openxmlformats.org/officeDocument/2006/relationships/image" Target="/ppt/media/image17.png" Id="R2383ea8908434c60" /><Relationship Type="http://schemas.openxmlformats.org/officeDocument/2006/relationships/image" Target="/ppt/media/image18.png" Id="R4ccc0c71a4b24ddc" /><Relationship Type="http://schemas.openxmlformats.org/officeDocument/2006/relationships/image" Target="/ppt/media/image19.png" Id="R948382cc7792421b" /><Relationship Type="http://schemas.openxmlformats.org/officeDocument/2006/relationships/notesSlide" Target="/ppt/notesSlides/notesSlide13.xml" Id="Rdbd144dd52cf4f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518b30e518493a" /><Relationship Type="http://schemas.openxmlformats.org/officeDocument/2006/relationships/image" Target="/ppt/media/image17.png" Id="R1a5415df457e409c" /><Relationship Type="http://schemas.openxmlformats.org/officeDocument/2006/relationships/image" Target="/ppt/media/image18.png" Id="R11d6a63e0eb44957" /><Relationship Type="http://schemas.openxmlformats.org/officeDocument/2006/relationships/image" Target="/ppt/media/image19.png" Id="Rb4d8cc5a33ee45b6" /><Relationship Type="http://schemas.openxmlformats.org/officeDocument/2006/relationships/notesSlide" Target="/ppt/notesSlides/notesSlide14.xml" Id="Rc884f56de3034b8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bd0b1ec1574cde" /><Relationship Type="http://schemas.openxmlformats.org/officeDocument/2006/relationships/image" Target="/ppt/media/image17.png" Id="R0d152cda5e5d421a" /><Relationship Type="http://schemas.openxmlformats.org/officeDocument/2006/relationships/image" Target="/ppt/media/image18.png" Id="R6034b6bc444e44dc" /><Relationship Type="http://schemas.openxmlformats.org/officeDocument/2006/relationships/image" Target="/ppt/media/image19.png" Id="R2e2192a784d445ff" /><Relationship Type="http://schemas.openxmlformats.org/officeDocument/2006/relationships/notesSlide" Target="/ppt/notesSlides/notesSlide15.xml" Id="Rc8ffdd639f86444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7fbd33447c4746" /><Relationship Type="http://schemas.openxmlformats.org/officeDocument/2006/relationships/image" Target="/ppt/media/image17.png" Id="R6e583f106bdd48c7" /><Relationship Type="http://schemas.openxmlformats.org/officeDocument/2006/relationships/image" Target="/ppt/media/image18.png" Id="R615c0d802a424862" /><Relationship Type="http://schemas.openxmlformats.org/officeDocument/2006/relationships/image" Target="/ppt/media/image19.png" Id="Rcf6fd8b38fbe4b4a" /><Relationship Type="http://schemas.openxmlformats.org/officeDocument/2006/relationships/notesSlide" Target="/ppt/notesSlides/notesSlide16.xml" Id="R8800a340046b48a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56f6d5b3ff54509" /><Relationship Type="http://schemas.openxmlformats.org/officeDocument/2006/relationships/image" Target="/ppt/media/image22.png" Id="Rb5423a9a37f840d6" /><Relationship Type="http://schemas.openxmlformats.org/officeDocument/2006/relationships/image" Target="/ppt/media/image23.png" Id="R04423f235d5e4792" /><Relationship Type="http://schemas.openxmlformats.org/officeDocument/2006/relationships/image" Target="/ppt/media/image24.png" Id="Ra1a46a217d594eea" /><Relationship Type="http://schemas.openxmlformats.org/officeDocument/2006/relationships/image" Target="/ppt/media/image25.png" Id="R7d219957328b4646" /><Relationship Type="http://schemas.openxmlformats.org/officeDocument/2006/relationships/image" Target="/ppt/media/image26.png" Id="R28d829b68f30480f" /><Relationship Type="http://schemas.openxmlformats.org/officeDocument/2006/relationships/image" Target="/ppt/media/image.jpeg" Id="R8ec973ab32fe4010" /><Relationship Type="http://schemas.openxmlformats.org/officeDocument/2006/relationships/notesSlide" Target="/ppt/notesSlides/notesSlide17.xml" Id="R4d150bb0fbe3408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f1269e971aa449a" /><Relationship Type="http://schemas.openxmlformats.org/officeDocument/2006/relationships/image" Target="/ppt/media/image27.png" Id="R02a4fa691fc245d2" /><Relationship Type="http://schemas.openxmlformats.org/officeDocument/2006/relationships/image" Target="/ppt/media/image28.png" Id="R6de52a02deb74f14" /><Relationship Type="http://schemas.openxmlformats.org/officeDocument/2006/relationships/image" Target="/ppt/media/image29.png" Id="Rb52f71bd6fdd40e2" /><Relationship Type="http://schemas.openxmlformats.org/officeDocument/2006/relationships/notesSlide" Target="/ppt/notesSlides/notesSlide18.xml" Id="R34eee3bd7fd5428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8141c118ff748a9" /><Relationship Type="http://schemas.openxmlformats.org/officeDocument/2006/relationships/image" Target="/ppt/media/image30.png" Id="Rd0424f79b82241c4" /><Relationship Type="http://schemas.openxmlformats.org/officeDocument/2006/relationships/image" Target="/ppt/media/image31.png" Id="Rf6b4bd08c959416a" /><Relationship Type="http://schemas.openxmlformats.org/officeDocument/2006/relationships/image" Target="/ppt/media/image32.png" Id="Rcd44acc17cf14819" /><Relationship Type="http://schemas.openxmlformats.org/officeDocument/2006/relationships/image" Target="/ppt/media/image33.png" Id="R41ac485161a844cb" /><Relationship Type="http://schemas.openxmlformats.org/officeDocument/2006/relationships/image" Target="/ppt/media/image24.png" Id="R95b2c051a3d44dae" /><Relationship Type="http://schemas.openxmlformats.org/officeDocument/2006/relationships/notesSlide" Target="/ppt/notesSlides/notesSlide19.xml" Id="Rfa139d5fd97e4b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d3ecc297db4dba" /><Relationship Type="http://schemas.openxmlformats.org/officeDocument/2006/relationships/image" Target="/ppt/media/image17.png" Id="R18a2c341b8fc419b" /><Relationship Type="http://schemas.openxmlformats.org/officeDocument/2006/relationships/image" Target="/ppt/media/image18.png" Id="R38ec278f8e994e56" /><Relationship Type="http://schemas.openxmlformats.org/officeDocument/2006/relationships/image" Target="/ppt/media/image19.png" Id="R598dce7b784b4760" /><Relationship Type="http://schemas.openxmlformats.org/officeDocument/2006/relationships/notesSlide" Target="/ppt/notesSlides/notesSlide20.xml" Id="R3e1208cf165f4b4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878d4992164024" /><Relationship Type="http://schemas.openxmlformats.org/officeDocument/2006/relationships/image" Target="/ppt/media/image17.png" Id="R7bd95d9bc280477f" /><Relationship Type="http://schemas.openxmlformats.org/officeDocument/2006/relationships/image" Target="/ppt/media/image18.png" Id="R548440e73a40450a" /><Relationship Type="http://schemas.openxmlformats.org/officeDocument/2006/relationships/image" Target="/ppt/media/image19.png" Id="R3dfd99828e1c4dce" /><Relationship Type="http://schemas.openxmlformats.org/officeDocument/2006/relationships/notesSlide" Target="/ppt/notesSlides/notesSlide21.xml" Id="R203a6676ae304f6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a3418ae8c5441d" /><Relationship Type="http://schemas.openxmlformats.org/officeDocument/2006/relationships/image" Target="/ppt/media/image17.png" Id="R8f1297012e164563" /><Relationship Type="http://schemas.openxmlformats.org/officeDocument/2006/relationships/image" Target="/ppt/media/image18.png" Id="Re7dd0b902a2e43c0" /><Relationship Type="http://schemas.openxmlformats.org/officeDocument/2006/relationships/image" Target="/ppt/media/image19.png" Id="Rbfd9fb3751c64694" /><Relationship Type="http://schemas.openxmlformats.org/officeDocument/2006/relationships/notesSlide" Target="/ppt/notesSlides/notesSlide22.xml" Id="R731207d6b8904b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3a50c878d3cd41f7" /><Relationship Type="http://schemas.openxmlformats.org/officeDocument/2006/relationships/image" Target="/ppt/media/image27.png" Id="Re67f7eae8dcf4029" /><Relationship Type="http://schemas.openxmlformats.org/officeDocument/2006/relationships/image" Target="/ppt/media/image28.png" Id="R97a44e7f4b41413b" /><Relationship Type="http://schemas.openxmlformats.org/officeDocument/2006/relationships/image" Target="/ppt/media/image29.png" Id="Rea70ea2480744478" /><Relationship Type="http://schemas.openxmlformats.org/officeDocument/2006/relationships/notesSlide" Target="/ppt/notesSlides/notesSlide23.xml" Id="R27cebe2f8676499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234b55d88ac54065" /><Relationship Type="http://schemas.openxmlformats.org/officeDocument/2006/relationships/image" Target="/ppt/media/image27.png" Id="Re7547d4f63654b7a" /><Relationship Type="http://schemas.openxmlformats.org/officeDocument/2006/relationships/image" Target="/ppt/media/image28.png" Id="R165a173f381a4b54" /><Relationship Type="http://schemas.openxmlformats.org/officeDocument/2006/relationships/image" Target="/ppt/media/image29.png" Id="Rc29d074f1be144a7" /><Relationship Type="http://schemas.openxmlformats.org/officeDocument/2006/relationships/notesSlide" Target="/ppt/notesSlides/notesSlide24.xml" Id="R2c59e7b39a2f49c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2770451b45496e" /><Relationship Type="http://schemas.openxmlformats.org/officeDocument/2006/relationships/image" Target="/ppt/media/image17.png" Id="Rccc17b16217243a0" /><Relationship Type="http://schemas.openxmlformats.org/officeDocument/2006/relationships/image" Target="/ppt/media/image18.png" Id="R746928ec1c8e4f23" /><Relationship Type="http://schemas.openxmlformats.org/officeDocument/2006/relationships/image" Target="/ppt/media/image19.png" Id="R89f6feea1cf04990" /><Relationship Type="http://schemas.openxmlformats.org/officeDocument/2006/relationships/notesSlide" Target="/ppt/notesSlides/notesSlide25.xml" Id="R45edf08239a040a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47886f6c705d41f6" /><Relationship Type="http://schemas.openxmlformats.org/officeDocument/2006/relationships/image" Target="/ppt/media/image5.png" Id="Rde9cbb5d57584e5b" /><Relationship Type="http://schemas.openxmlformats.org/officeDocument/2006/relationships/notesSlide" Target="/ppt/notesSlides/notesSlide26.xml" Id="R808b88ce618146a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a3ca7019e6504671" /><Relationship Type="http://schemas.openxmlformats.org/officeDocument/2006/relationships/image" Target="/ppt/media/image29.png" Id="Re9bb62b50ad448b7" /><Relationship Type="http://schemas.openxmlformats.org/officeDocument/2006/relationships/image" Target="/ppt/media/image34.png" Id="R359c8d4213044d2d" /><Relationship Type="http://schemas.openxmlformats.org/officeDocument/2006/relationships/image" Target="/ppt/media/image35.png" Id="R28b669985ee449d7" /><Relationship Type="http://schemas.openxmlformats.org/officeDocument/2006/relationships/notesSlide" Target="/ppt/notesSlides/notesSlide27.xml" Id="R22f0e4ca9e26474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7" name="Google Shape;83;p1"/>
          <p:cNvPicPr>
            <a:picLocks xmlns:a="http://schemas.openxmlformats.org/drawingml/2006/main" noChangeAspect="1"/>
          </p:cNvPicPr>
          <p:nvPr>
            <p:ph type="pic" idx="2"/>
          </p:nvPr>
        </p:nvPicPr>
        <p:blipFill rotWithShape="1">
          <a:blip xmlns:r="http://schemas.openxmlformats.org/officeDocument/2006/relationships" xmlns:a="http://schemas.openxmlformats.org/drawingml/2006/main" r:embed="R356556cd83c141c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98488" y="669779"/>
            <a:ext cx="3588461" cy="55524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8" name="Google Shape;84;p1"/>
          <p:cNvPicPr>
            <a:picLocks xmlns:a="http://schemas.openxmlformats.org/drawingml/2006/main" noChangeAspect="1"/>
          </p:cNvPicPr>
          <p:nvPr>
            <p:ph type="pic" idx="3"/>
          </p:nvPr>
        </p:nvPicPr>
        <p:blipFill rotWithShape="1">
          <a:blip xmlns:r="http://schemas.openxmlformats.org/officeDocument/2006/relationships" xmlns:a="http://schemas.openxmlformats.org/drawingml/2006/main" r:embed="R76a8c5da816b4a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2671727" y="736136"/>
            <a:ext cx="928637" cy="6692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5" name="Google Shape;85;p1">
            <a:extLst xmlns:a="http://schemas.openxmlformats.org/drawingml/2006/main">
              <a:ext uri="{FF2B5EF4-FFF2-40B4-BE49-F238E27FC236}">
                <a16:creationId xmlns:a16="http://schemas.microsoft.com/office/drawing/2014/main" id="{8F720843-BC05-4D85-AEB4-D92662EA8C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59040" y="4173712"/>
            <a:ext cx="12505500" cy="581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77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0"/>
              <a:buFont typeface="Helvetica Neue"/>
              <a:buNone/>
            </a:pPr>
            <a:r>
              <a:t>Практика 1:</a:t>
            </a:r>
          </a:p>
          <a:p xmlns:a="http://schemas.openxmlformats.org/drawingml/2006/main">
            <a:pPr marL="0" lvl="0" indent="0" algn="l">
              <a:lnSpc>
                <a:spcPct val="775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0"/>
              <a:buFont typeface="Helvetica Neue"/>
              <a:buNone/>
            </a:pPr>
            <a:r>
              <a:t>контекст до кода</a:t>
            </a:r>
          </a:p>
        </p:txBody>
      </p:sp>
      <p:sp>
        <p:nvSpPr>
          <p:cNvPr id="86" name="Google Shape;86;p1">
            <a:extLst xmlns:a="http://schemas.openxmlformats.org/drawingml/2006/main">
              <a:ext uri="{FF2B5EF4-FFF2-40B4-BE49-F238E27FC236}">
                <a16:creationId xmlns:a16="http://schemas.microsoft.com/office/drawing/2014/main" id="{588A86E4-1C96-42E3-B75D-8804F8588B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0669" y="12397190"/>
            <a:ext cx="6436800" cy="64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"/>
              <a:buNone/>
            </a:pPr>
            <a:r>
              <a:t>Марат Зимнуров</a:t>
            </a:r>
          </a:p>
        </p:txBody>
      </p:sp>
      <p:sp>
        <p:nvSpPr>
          <p:cNvPr id="87" name="Google Shape;87;p1">
            <a:extLst xmlns:a="http://schemas.openxmlformats.org/drawingml/2006/main">
              <a:ext uri="{FF2B5EF4-FFF2-40B4-BE49-F238E27FC236}">
                <a16:creationId xmlns:a16="http://schemas.microsoft.com/office/drawing/2014/main" id="{2C933647-C4CA-49E2-BF9B-DAB1F9C145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8561" y="12397190"/>
            <a:ext cx="8535900" cy="64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"/>
              <a:buNone/>
            </a:pPr>
            <a:r>
              <a:t>ИТМО × AvitoTech</a:t>
            </a:r>
          </a:p>
        </p:txBody>
      </p:sp>
      <p:pic>
        <p:nvPicPr>
          <p:cNvPr id="102" name="Google Shape;88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d829266bbe41d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1282148" y="4482517"/>
            <a:ext cx="9233483" cy="923348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3" name="Google Shape;89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077ed676df541a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3146169" y="669779"/>
            <a:ext cx="9487522" cy="108489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4" name="Google Shape;90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749444f86f41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446931" y="3987800"/>
            <a:ext cx="9296398" cy="92963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022B9117-2196-4DA7-BF65-BC820352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2577" y="702430"/>
            <a:ext cx="11424174" cy="5354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sz="24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Санкт-Петербург | 2026</a:t>
            </a:r>
          </a:p>
        </p:txBody>
      </p:sp>
    </p:spTree>
    <p:extLst>
      <p:ext uri="{BB962C8B-B14F-4D97-AF65-F5344CB8AC3E}">
        <p14:creationId xmlns:p14="http://schemas.microsoft.com/office/powerpoint/2010/main" val="15382932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9" name="Google Shape;105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6d1e763dc448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51563" y="5783416"/>
            <a:ext cx="8801700" cy="8801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6" name="Google Shape;106;p18">
            <a:extLst xmlns:a="http://schemas.openxmlformats.org/drawingml/2006/main">
              <a:ext uri="{FF2B5EF4-FFF2-40B4-BE49-F238E27FC236}">
                <a16:creationId xmlns:a16="http://schemas.microsoft.com/office/drawing/2014/main" id="{5ED43A45-1628-41AD-8EAF-7BBEEDC299C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3332448" y="699698"/>
            <a:ext cx="2838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00000000-1234-1234-1234-123412341234}" type="slidenum">
              <a:rPr>
                <a:solidFill>
                  <a:srgbClr val="000000"/>
                </a:solidFill>
              </a:rPr>
              <a:t>2</a:t>
            </a:fld>
            <a:endParaRPr/>
          </a:p>
        </p:txBody>
      </p:sp>
      <p:sp>
        <p:nvSpPr>
          <p:cNvPr id="109" name="Google Shape;109;p18">
            <a:extLst xmlns:a="http://schemas.openxmlformats.org/drawingml/2006/main">
              <a:ext uri="{FF2B5EF4-FFF2-40B4-BE49-F238E27FC236}">
                <a16:creationId xmlns:a16="http://schemas.microsoft.com/office/drawing/2014/main" id="{5BAFDE1F-EF3E-4739-820B-2693D50C15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72975" y="2249500"/>
            <a:ext cx="11087100" cy="113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</a:pPr>
            <a:r>
              <a:rPr sz="7500"/>
              <a:t>Марат Зимнуров</a:t>
            </a:r>
          </a:p>
        </p:txBody>
      </p:sp>
      <p:sp>
        <p:nvSpPr>
          <p:cNvPr id="110" name="Google Shape;110;p18">
            <a:extLst xmlns:a="http://schemas.openxmlformats.org/drawingml/2006/main">
              <a:ext uri="{FF2B5EF4-FFF2-40B4-BE49-F238E27FC236}">
                <a16:creationId xmlns:a16="http://schemas.microsoft.com/office/drawing/2014/main" id="{F25052FE-F627-4621-A8DF-E2D215F7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03050" y="1110100"/>
            <a:ext cx="11087100" cy="8801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5D5D5"/>
          </a:solidFill>
          <a:ln xmlns:a="http://schemas.openxmlformats.org/drawingml/2006/main" w="9525" cmpd="sng">
            <a:solidFill>
              <a:srgbClr val="5E5E5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1" name="Google Shape;111;p18">
            <a:extLst xmlns:a="http://schemas.openxmlformats.org/drawingml/2006/main">
              <a:ext uri="{FF2B5EF4-FFF2-40B4-BE49-F238E27FC236}">
                <a16:creationId xmlns:a16="http://schemas.microsoft.com/office/drawing/2014/main" id="{BE19A647-71C3-4AF9-9CB1-DEABB21FAF8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84213" y="664753"/>
            <a:ext cx="11424300" cy="480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Helvetica Neue"/>
              <a:buNone/>
            </a:pPr>
            <a:r>
              <a:rPr sz="2800"/>
              <a:t>Санкт-Петербург | 2026</a:t>
            </a:r>
          </a:p>
        </p:txBody>
      </p:sp>
      <p:sp>
        <p:nvSpPr>
          <p:cNvPr id="112" name="Google Shape;112;p18">
            <a:extLst xmlns:a="http://schemas.openxmlformats.org/drawingml/2006/main">
              <a:ext uri="{FF2B5EF4-FFF2-40B4-BE49-F238E27FC236}">
                <a16:creationId xmlns:a16="http://schemas.microsoft.com/office/drawing/2014/main" id="{DBA6F61A-20A3-4C73-8BEC-E129B562C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800" y="2349550"/>
            <a:ext cx="10740600" cy="1074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C1E"/>
          </a:solidFill>
          <a:ln xmlns:a="http://schemas.openxmlformats.org/drawingml/2006/main" w="9525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8">
            <a:extLst xmlns:a="http://schemas.openxmlformats.org/drawingml/2006/main">
              <a:ext uri="{FF2B5EF4-FFF2-40B4-BE49-F238E27FC236}">
                <a16:creationId xmlns:a16="http://schemas.microsoft.com/office/drawing/2014/main" id="{DE31F34A-BE6A-4A4B-A3DD-FEFC75C4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" y="2145200"/>
            <a:ext cx="10668000" cy="10740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19050" cmpd="sng">
            <a:solidFill>
              <a:srgbClr val="1A1C1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6" name="Google Shape;115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a154c10ca847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2372975" y="2787575"/>
            <a:ext cx="11087099" cy="1218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7" name="Google Shape;11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36d1e763dc448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808534" y="9467228"/>
            <a:ext cx="11276175" cy="112761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4dcbc46d94e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61439" y="2815149"/>
            <a:ext cx="9822481" cy="9822481"/>
          </a:xfrm>
          <a:prstGeom xmlns:a="http://schemas.openxmlformats.org/drawingml/2006/main" prst="rect">
            <a:avLst/>
          </a:prstGeom>
        </p:spPr>
      </p:pic>
      <p:pic>
        <p:nvPicPr>
          <p:cNvPr id="129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911c084c548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102039" y="4007858"/>
            <a:ext cx="11942907" cy="57024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9695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7" name="Google Shape;197;g3aac3ff0adf_0_37">
            <a:extLst xmlns:a="http://schemas.openxmlformats.org/drawingml/2006/main">
              <a:ext uri="{FF2B5EF4-FFF2-40B4-BE49-F238E27FC236}">
                <a16:creationId xmlns:a16="http://schemas.microsoft.com/office/drawing/2014/main" id="{8E4DA5FB-1D60-49AD-9B64-72C1B7DE8C8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491" y="4303631"/>
            <a:ext cx="18080700" cy="129112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92000"/>
              </a:lnSpc>
              <a:buNone/>
              <a:defRPr sz="5400"/>
            </a:pPr>
            <a:r>
              <a:rPr sz="5400"/>
              <a:t>Цель — освоить базовый промптинг</a:t>
            </a:r>
            <a:endParaRPr sz="7200"/>
          </a:p>
          <a:p xmlns:a="http://schemas.openxmlformats.org/drawingml/2006/main">
            <a:pPr>
              <a:lnSpc>
                <a:spcPct val="92000"/>
              </a:lnSpc>
              <a:buNone/>
              <a:defRPr sz="5400"/>
            </a:pPr>
            <a:r>
              <a:rPr sz="5400"/>
              <a:t>на документах будущего проекта</a:t>
            </a:r>
            <a:endParaRPr sz="7200"/>
          </a:p>
          <a:p xmlns:a="http://schemas.openxmlformats.org/drawingml/2006/main">
            <a:pPr>
              <a:lnSpc>
                <a:spcPct val="92000"/>
              </a:lnSpc>
              <a:buNone/>
              <a:defRPr sz="5400"/>
            </a:pPr>
            <a:r>
              <a:rPr sz="5400"/>
              <a:t>и сравнить короткий запрос с master prompt</a:t>
            </a:r>
            <a:endParaRPr sz="7200"/>
          </a:p>
        </p:txBody>
      </p:sp>
      <p:sp>
        <p:nvSpPr>
          <p:cNvPr id="198" name="Google Shape;198;g3aac3ff0adf_0_37">
            <a:extLst xmlns:a="http://schemas.openxmlformats.org/drawingml/2006/main">
              <a:ext uri="{FF2B5EF4-FFF2-40B4-BE49-F238E27FC236}">
                <a16:creationId xmlns:a16="http://schemas.microsoft.com/office/drawing/2014/main" id="{01C3D46D-A120-4EFB-9B4C-62C1C05C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04" name="Google Shape;199;g3aac3ff0adf_0_3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14206ab931407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5375654" y="-3077287"/>
            <a:ext cx="10226100" cy="10226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5" name="Google Shape;200;g3aac3ff0adf_0_3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14206ab931407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4191246" y="7681313"/>
            <a:ext cx="10226100" cy="10226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06" name="Google Shape;201;g3aac3ff0adf_0_3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828f4d8d17438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241579" y="8558497"/>
            <a:ext cx="1857100" cy="18571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2021766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4" name="Google Shape;754;g393c0a55342_0_125">
            <a:extLst xmlns:a="http://schemas.openxmlformats.org/drawingml/2006/main">
              <a:ext uri="{FF2B5EF4-FFF2-40B4-BE49-F238E27FC236}">
                <a16:creationId xmlns:a16="http://schemas.microsoft.com/office/drawing/2014/main" id="{7001D537-AE7C-4221-8D69-AFDCBFB5A8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EFD6AB9A-5F9E-5F59-51AB-3C8734130965}" type="slidenum">
              <a:rPr>
                <a:solidFill>
                  <a:srgbClr val="000000"/>
                </a:solidFill>
              </a:rPr>
              <a:t>4</a:t>
            </a:fld>
            <a:endParaRPr/>
          </a:p>
        </p:txBody>
      </p:sp>
      <p:sp>
        <p:nvSpPr>
          <p:cNvPr id="755" name="Google Shape;755;g393c0a55342_0_125">
            <a:extLst xmlns:a="http://schemas.openxmlformats.org/drawingml/2006/main">
              <a:ext uri="{FF2B5EF4-FFF2-40B4-BE49-F238E27FC236}">
                <a16:creationId xmlns:a16="http://schemas.microsoft.com/office/drawing/2014/main" id="{8A54EA82-2FDB-4EE0-BB28-2594CB1B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756" name="Google Shape;756;g393c0a55342_0_125">
            <a:extLst xmlns:a="http://schemas.openxmlformats.org/drawingml/2006/main">
              <a:ext uri="{FF2B5EF4-FFF2-40B4-BE49-F238E27FC236}">
                <a16:creationId xmlns:a16="http://schemas.microsoft.com/office/drawing/2014/main" id="{FE95E60C-DD88-4110-BF31-885DF76E15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475" y="1722966"/>
            <a:ext cx="22247100" cy="341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  <a:defRPr sz="5250"/>
            </a:pPr>
            <a:r>
              <a:rPr sz="5250"/>
              <a:t>FROM → TO</a:t>
            </a:r>
            <a:endParaRPr/>
          </a:p>
          <a:p xmlns:a="http://schemas.openxmlformats.org/drawingml/2006/main">
            <a:pPr marL="0" lvl="0" indent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  <a:defRPr sz="5250"/>
            </a:pPr>
            <a:r>
              <a:rPr sz="5250"/>
              <a:t>идея + короткий запрос → документы + master prompt + проверка</a:t>
            </a:r>
            <a:endParaRPr/>
          </a:p>
        </p:txBody>
      </p:sp>
      <p:sp>
        <p:nvSpPr>
          <p:cNvPr id="757" name="Google Shape;757;g393c0a55342_0_125">
            <a:extLst xmlns:a="http://schemas.openxmlformats.org/drawingml/2006/main">
              <a:ext uri="{FF2B5EF4-FFF2-40B4-BE49-F238E27FC236}">
                <a16:creationId xmlns:a16="http://schemas.microsoft.com/office/drawing/2014/main" id="{316FB36A-570B-4E22-B722-F040AD06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7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45498126646ad"/>
          <a:stretch xmlns:a="http://schemas.openxmlformats.org/drawingml/2006/main"/>
        </p:blipFill>
        <p:spPr>
          <a:xfrm xmlns:a="http://schemas.openxmlformats.org/drawingml/2006/main">
            <a:off x="4238625" y="5214938"/>
            <a:ext cx="15906750" cy="7953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9790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0132a2912b401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90 минут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700"/>
              <a:t>1. 0–5  Цель и учебный кейс</a:t>
            </a:r>
          </a:p>
          <a:p xmlns:a="http://schemas.openxmlformats.org/drawingml/2006/main">
            <a:r>
              <a:rPr sz="2700"/>
              <a:t>2. 5–20  Форк + OpenCode + токен</a:t>
            </a:r>
          </a:p>
          <a:p xmlns:a="http://schemas.openxmlformats.org/drawingml/2006/main">
            <a:r>
              <a:rPr sz="2700"/>
              <a:t>3. 20–32  Стили промптинга</a:t>
            </a:r>
          </a:p>
          <a:p xmlns:a="http://schemas.openxmlformats.org/drawingml/2006/main">
            <a:r>
              <a:rPr sz="2700"/>
              <a:t>4. 32–42  Запуск 1: zero-shot</a:t>
            </a:r>
          </a:p>
          <a:p xmlns:a="http://schemas.openxmlformats.org/drawingml/2006/main">
            <a:r>
              <a:rPr sz="2700"/>
              <a:t>5. 42–52  Разбор пробелов</a:t>
            </a:r>
          </a:p>
          <a:p xmlns:a="http://schemas.openxmlformats.org/drawingml/2006/main">
            <a:r>
              <a:rPr sz="2700"/>
              <a:t>6. 52–65  Context Pack + master prompt</a:t>
            </a:r>
          </a:p>
          <a:p xmlns:a="http://schemas.openxmlformats.org/drawingml/2006/main">
            <a:r>
              <a:rPr sz="2700"/>
              <a:t>7. 65–75  Собрать версию 1</a:t>
            </a:r>
          </a:p>
          <a:p xmlns:a="http://schemas.openxmlformats.org/drawingml/2006/main">
            <a:r>
              <a:rPr sz="2700"/>
              <a:t>8. 75–85  Запуск 2: master prompt</a:t>
            </a:r>
          </a:p>
          <a:p xmlns:a="http://schemas.openxmlformats.org/drawingml/2006/main">
            <a:r>
              <a:rPr sz="2700"/>
              <a:t>9. 85–90  Сравнение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875e528bd9a494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e4770d6e4f44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1" name="Google Shape;611;g3abcc4fb6b1_0_43">
            <a:extLst xmlns:a="http://schemas.openxmlformats.org/drawingml/2006/main">
              <a:ext uri="{FF2B5EF4-FFF2-40B4-BE49-F238E27FC236}">
                <a16:creationId xmlns:a16="http://schemas.microsoft.com/office/drawing/2014/main" id="{BB72D04F-9A0F-4939-BF75-8A5C9DE697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3332448" y="699698"/>
            <a:ext cx="2838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00000000-1234-1234-1234-123412341234}" type="slidenum">
              <a:rPr>
                <a:solidFill>
                  <a:srgbClr val="000000"/>
                </a:solidFill>
              </a:rPr>
              <a:t>6</a:t>
            </a:fld>
            <a:endParaRPr/>
          </a:p>
        </p:txBody>
      </p:sp>
      <p:sp>
        <p:nvSpPr>
          <p:cNvPr id="612" name="Google Shape;612;g3abcc4fb6b1_0_43">
            <a:extLst xmlns:a="http://schemas.openxmlformats.org/drawingml/2006/main">
              <a:ext uri="{FF2B5EF4-FFF2-40B4-BE49-F238E27FC236}">
                <a16:creationId xmlns:a16="http://schemas.microsoft.com/office/drawing/2014/main" id="{2146C378-31CB-4478-B3B6-A27BBDEE00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8488" y="1898188"/>
            <a:ext cx="22734000" cy="668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23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0"/>
              <a:buFont typeface="Helvetica Neue"/>
              <a:buNone/>
            </a:pPr>
            <a:r>
              <a:t>В вашем форке уже есть</a:t>
            </a:r>
          </a:p>
          <a:p xmlns:a="http://schemas.openxmlformats.org/drawingml/2006/main">
            <a:pPr marL="0" lvl="0" indent="0" algn="l">
              <a:lnSpc>
                <a:spcPct val="823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0"/>
              <a:buFont typeface="Helvetica Neue"/>
              <a:buNone/>
            </a:pPr>
            <a:r>
              <a:t>TRAINING_PR.diff</a:t>
            </a:r>
          </a:p>
        </p:txBody>
      </p:sp>
      <p:sp>
        <p:nvSpPr>
          <p:cNvPr id="613" name="Google Shape;613;g3abcc4fb6b1_0_43">
            <a:extLst xmlns:a="http://schemas.openxmlformats.org/drawingml/2006/main">
              <a:ext uri="{FF2B5EF4-FFF2-40B4-BE49-F238E27FC236}">
                <a16:creationId xmlns:a16="http://schemas.microsoft.com/office/drawing/2014/main" id="{02DC00C9-D687-4AA1-B96F-7C16C335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829" y="10640338"/>
            <a:ext cx="2175300" cy="217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 cmpd="sng">
            <a:solidFill>
              <a:srgbClr val="000000"/>
            </a:solidFill>
            <a:prstDash val="solid"/>
            <a:headEnd type="none" w="sm" len="sm"/>
            <a:tailEnd type="none" w="sm" len="sm"/>
          </a:ln>
          <a:effectLst xmlns:a="http://schemas.openxmlformats.org/drawingml/2006/main">
            <a:outerShdw dist="152400" dir="2741011" rotWithShape="0">
              <a:srgbClr val="000000"/>
            </a:outerShdw>
          </a:effectLst>
        </p:spPr>
        <p:txBody>
          <a:bodyPr xmlns:a="http://schemas.openxmlformats.org/drawingml/2006/main" spcFirstLastPara="1" wrap="square" lIns="50800" tIns="50800" rIns="50800" bIns="508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14" name="Google Shape;614;g3abcc4fb6b1_0_43">
            <a:extLst xmlns:a="http://schemas.openxmlformats.org/drawingml/2006/main">
              <a:ext uri="{FF2B5EF4-FFF2-40B4-BE49-F238E27FC236}">
                <a16:creationId xmlns:a16="http://schemas.microsoft.com/office/drawing/2014/main" id="{99303E37-E1C5-4619-A7F2-2C36175E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2319" y="10981362"/>
            <a:ext cx="1032300" cy="174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r>
              <a:rPr sz="2200"/>
              <a:t>FORK</a:t>
            </a:r>
          </a:p>
        </p:txBody>
      </p:sp>
      <p:sp>
        <p:nvSpPr>
          <p:cNvPr id="615" name="Google Shape;615;g3abcc4fb6b1_0_43">
            <a:extLst xmlns:a="http://schemas.openxmlformats.org/drawingml/2006/main">
              <a:ext uri="{FF2B5EF4-FFF2-40B4-BE49-F238E27FC236}">
                <a16:creationId xmlns:a16="http://schemas.microsoft.com/office/drawing/2014/main" id="{44156C06-956E-4146-826A-2E5DA708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6266" y="6857988"/>
            <a:ext cx="2175300" cy="217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 cmpd="sng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50800" tIns="50800" rIns="50800" bIns="508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16" name="Google Shape;616;g3abcc4fb6b1_0_43">
            <a:extLst xmlns:a="http://schemas.openxmlformats.org/drawingml/2006/main">
              <a:ext uri="{FF2B5EF4-FFF2-40B4-BE49-F238E27FC236}">
                <a16:creationId xmlns:a16="http://schemas.microsoft.com/office/drawing/2014/main" id="{02BE1354-15CC-43E7-9BF1-C58360BD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6646" y="7174418"/>
            <a:ext cx="1032300" cy="174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r>
              <a:rPr sz="2600"/>
              <a:t>DIFF</a:t>
            </a:r>
          </a:p>
        </p:txBody>
      </p:sp>
      <p:sp>
        <p:nvSpPr>
          <p:cNvPr id="617" name="Google Shape;617;g3abcc4fb6b1_0_43">
            <a:extLst xmlns:a="http://schemas.openxmlformats.org/drawingml/2006/main">
              <a:ext uri="{FF2B5EF4-FFF2-40B4-BE49-F238E27FC236}">
                <a16:creationId xmlns:a16="http://schemas.microsoft.com/office/drawing/2014/main" id="{0DE17636-D49D-4555-9698-4049A7C0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6278" y="8866013"/>
            <a:ext cx="2175300" cy="217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 cmpd="sng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50800" tIns="50800" rIns="50800" bIns="508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18" name="Google Shape;618;g3abcc4fb6b1_0_43">
            <a:extLst xmlns:a="http://schemas.openxmlformats.org/drawingml/2006/main">
              <a:ext uri="{FF2B5EF4-FFF2-40B4-BE49-F238E27FC236}">
                <a16:creationId xmlns:a16="http://schemas.microsoft.com/office/drawing/2014/main" id="{546CBD96-4529-453B-90F4-E004C80C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3950" y="9207037"/>
            <a:ext cx="1032300" cy="174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r>
              <a:rPr sz="2000"/>
              <a:t>OPENCODE</a:t>
            </a:r>
          </a:p>
        </p:txBody>
      </p:sp>
      <p:sp>
        <p:nvSpPr>
          <p:cNvPr id="619" name="Google Shape;619;g3abcc4fb6b1_0_43">
            <a:extLst xmlns:a="http://schemas.openxmlformats.org/drawingml/2006/main">
              <a:ext uri="{FF2B5EF4-FFF2-40B4-BE49-F238E27FC236}">
                <a16:creationId xmlns:a16="http://schemas.microsoft.com/office/drawing/2014/main" id="{E3EFD6DB-22F8-49E9-B100-A0FB6715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2789" y="4447588"/>
            <a:ext cx="2175300" cy="217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 cmpd="sng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50800" tIns="50800" rIns="50800" bIns="508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Helvetica Neue"/>
              <a:buNone/>
            </a:pPr>
            <a:endParaRPr sz="2400" b="0" i="0" u="none" cap="none">
              <a:solidFill>
                <a:srgbClr val="5E5E5E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20" name="Google Shape;620;g3abcc4fb6b1_0_43">
            <a:extLst xmlns:a="http://schemas.openxmlformats.org/drawingml/2006/main">
              <a:ext uri="{FF2B5EF4-FFF2-40B4-BE49-F238E27FC236}">
                <a16:creationId xmlns:a16="http://schemas.microsoft.com/office/drawing/2014/main" id="{8176767D-A7AE-4C50-BFF1-8E044869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45374" y="4762809"/>
            <a:ext cx="1032300" cy="174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t">
            <a:spAutoFit/>
          </a:bodyPr>
          <a:lstStyle xmlns:a="http://schemas.openxmlformats.org/drawingml/2006/main"/>
          <a:p xmlns:a="http://schemas.openxmlformats.org/drawingml/2006/main">
            <a:r>
              <a:rPr sz="1800"/>
              <a:t>PR</a:t>
            </a:r>
          </a:p>
        </p:txBody>
      </p:sp>
      <p:sp>
        <p:nvSpPr>
          <p:cNvPr id="621" name="Google Shape;621;g3abcc4fb6b1_0_43">
            <a:extLst xmlns:a="http://schemas.openxmlformats.org/drawingml/2006/main">
              <a:ext uri="{FF2B5EF4-FFF2-40B4-BE49-F238E27FC236}">
                <a16:creationId xmlns:a16="http://schemas.microsoft.com/office/drawing/2014/main" id="{9E3872F2-B1F0-4A81-AE4C-1BA8E7D9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664852"/>
            <a:ext cx="11424300" cy="4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FD7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sz="28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Saint Petersburg | 202</a:t>
            </a:r>
            <a:r>
              <a:rPr sz="2800" b="1"/>
              <a:t>6</a:t>
            </a:r>
            <a:endParaRPr sz="2800" b="1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2" name="Google Shape;622;g3abcc4fb6b1_0_43">
            <a:extLst xmlns:a="http://schemas.openxmlformats.org/drawingml/2006/main">
              <a:ext uri="{FF2B5EF4-FFF2-40B4-BE49-F238E27FC236}">
                <a16:creationId xmlns:a16="http://schemas.microsoft.com/office/drawing/2014/main" id="{6065DEFF-F2F0-4EDF-8761-36401B5D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FD7D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637" name="Google Shape;623;g3abcc4fb6b1_0_4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e4eec309144e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660961" y="9804889"/>
            <a:ext cx="4609124" cy="422953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38" name="Google Shape;624;g3abcc4fb6b1_0_4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e6ad8016e6460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369062" y="9033301"/>
            <a:ext cx="5192926" cy="51929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35301649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f404c21e88419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Настройте OpenCode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1. Fork → Clone → cd ITMOv2</a:t>
            </a:r>
          </a:p>
          <a:p xmlns:a="http://schemas.openxmlformats.org/drawingml/2006/main">
            <a:r>
              <a:rPr sz="2800"/>
              <a:t>2. Проверьте: opencode --version</a:t>
            </a:r>
          </a:p>
          <a:p xmlns:a="http://schemas.openxmlformats.org/drawingml/2006/main">
            <a:r>
              <a:rPr sz="2800"/>
              <a:t>3. opencode → /connect → OpenRouter</a:t>
            </a:r>
          </a:p>
          <a:p xmlns:a="http://schemas.openxmlformats.org/drawingml/2006/main">
            <a:r>
              <a:rPr sz="2800"/>
              <a:t>4. Вставьте выданный токен</a:t>
            </a:r>
          </a:p>
          <a:p xmlns:a="http://schemas.openxmlformats.org/drawingml/2006/main">
            <a:r>
              <a:rPr sz="2800"/>
              <a:t>5. /models → модель преподавателя</a:t>
            </a:r>
          </a:p>
          <a:p xmlns:a="http://schemas.openxmlformats.org/drawingml/2006/main">
            <a:r>
              <a:rPr sz="2800"/>
              <a:t>6. opencode run «Ответь: READY»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e8aca97af541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7b881ec4044b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e69638e4ca401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От запроса к структуре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1. Zero-shot — без примеров: baseline</a:t>
            </a:r>
          </a:p>
          <a:p xmlns:a="http://schemas.openxmlformats.org/drawingml/2006/main">
            <a:r>
              <a:rPr sz="2800"/>
              <a:t>2. Few-shot — примеры результата</a:t>
            </a:r>
          </a:p>
          <a:p xmlns:a="http://schemas.openxmlformats.org/drawingml/2006/main">
            <a:r>
              <a:rPr sz="2800"/>
              <a:t>3. RCTF — Role, Context, Task, Format</a:t>
            </a:r>
          </a:p>
          <a:p xmlns:a="http://schemas.openxmlformats.org/drawingml/2006/main">
            <a:r>
              <a:rPr sz="2800"/>
              <a:t>4. Tree of Thoughts — варианты + критерии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448272b6f44f3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92ba5203f24bd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6c6721965646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От структуры к агенту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1. Chain of Verification — claim → evidence → check</a:t>
            </a:r>
          </a:p>
          <a:p xmlns:a="http://schemas.openxmlformats.org/drawingml/2006/main">
            <a:r>
              <a:rPr sz="2800"/>
              <a:t>2. ReAct — action → observation → stop</a:t>
            </a:r>
          </a:p>
          <a:p xmlns:a="http://schemas.openxmlformats.org/drawingml/2006/main">
            <a:r>
              <a:rPr sz="2800"/>
              <a:t>3. Chain of Thought — внутри модели; не сдаём</a:t>
            </a:r>
          </a:p>
          <a:p xmlns:a="http://schemas.openxmlformats.org/drawingml/2006/main">
            <a:r>
              <a:rPr sz="2800"/>
              <a:t>4. Master prompt — полный контракт агента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a4426129c64fe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48a21cd9238452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d3dbbedfcf473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Zero-shot и few-shot</a:t>
            </a:r>
            <a:endParaRPr sz="16400"/>
          </a:p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на одном diff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ZERO-SHOT</a:t>
            </a:r>
          </a:p>
          <a:p xmlns:a="http://schemas.openxmlformats.org/drawingml/2006/main">
            <a:r>
              <a:rPr sz="2800"/>
              <a:t>«Используй только приложенный diff. Найди до 3 проблем.</a:t>
            </a:r>
          </a:p>
          <a:p xmlns:a="http://schemas.openxmlformats.org/drawingml/2006/main">
            <a:r>
              <a:rPr sz="2800"/>
              <a:t>Для каждой укажи file:line, evidence и проверку.»</a:t>
            </a:r>
          </a:p>
          <a:p xmlns:a="http://schemas.openxmlformats.org/drawingml/2006/main">
            <a:r>
              <a:rPr sz="2800"/>
              <a:t/>
            </a:r>
          </a:p>
          <a:p xmlns:a="http://schemas.openxmlformats.org/drawingml/2006/main">
            <a:r>
              <a:rPr sz="2800"/>
              <a:t>FEW-SHOT</a:t>
            </a:r>
          </a:p>
          <a:p xmlns:a="http://schemas.openxmlformats.org/drawingml/2006/main">
            <a:r>
              <a:rPr sz="2800"/>
              <a:t>«Следуй примерам.</a:t>
            </a:r>
          </a:p>
          <a:p xmlns:a="http://schemas.openxmlformats.org/drawingml/2006/main">
            <a:r>
              <a:rPr sz="2800"/>
              <a:t>Хорошо: app/review_service.py:16 — нарушено SEC-1.</a:t>
            </a:r>
          </a:p>
          <a:p xmlns:a="http://schemas.openxmlformats.org/drawingml/2006/main">
            <a:r>
              <a:rPr sz="2800"/>
              <a:t>Проверка: diff с token.</a:t>
            </a:r>
          </a:p>
          <a:p xmlns:a="http://schemas.openxmlformats.org/drawingml/2006/main">
            <a:r>
              <a:rPr sz="2800"/>
              <a:t>Плохо: “Код можно улучшить”.</a:t>
            </a:r>
          </a:p>
          <a:p xmlns:a="http://schemas.openxmlformats.org/drawingml/2006/main">
            <a:r>
              <a:rPr sz="2800"/>
              <a:t>Верни до 3 замечаний в формате хорошего примера.»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09e2357abc74d8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7a9fe557c94be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82a503e09f424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RCTF и Tree of Thoughts</a:t>
            </a:r>
            <a:endParaRPr sz="16400"/>
          </a:p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на одном diff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RCTF</a:t>
            </a:r>
          </a:p>
          <a:p xmlns:a="http://schemas.openxmlformats.org/drawingml/2006/main">
            <a:r>
              <a:rPr sz="2800"/>
              <a:t>«Role: reviewer. Context: diff + SEC-1, API-1, REL-1.</a:t>
            </a:r>
          </a:p>
          <a:p xmlns:a="http://schemas.openxmlformats.org/drawingml/2006/main">
            <a:r>
              <a:rPr sz="2800"/>
              <a:t>Task: найди до 3 доказанных рисков.</a:t>
            </a:r>
          </a:p>
          <a:p xmlns:a="http://schemas.openxmlformats.org/drawingml/2006/main">
            <a:r>
              <a:rPr sz="2800"/>
              <a:t>Format: summary → risks{file,line,evidence,risk} → checks.»</a:t>
            </a:r>
          </a:p>
          <a:p xmlns:a="http://schemas.openxmlformats.org/drawingml/2006/main">
            <a:r>
              <a:rPr sz="2800"/>
              <a:t/>
            </a:r>
          </a:p>
          <a:p xmlns:a="http://schemas.openxmlformats.org/drawingml/2006/main">
            <a:r>
              <a:rPr sz="2800"/>
              <a:t>TREE OF THOUGHTS</a:t>
            </a:r>
          </a:p>
          <a:p xmlns:a="http://schemas.openxmlformats.org/drawingml/2006/main">
            <a:r>
              <a:rPr sz="2800"/>
              <a:t>«Собери 3 стратегии: security-first, reliability-first, balanced.</a:t>
            </a:r>
          </a:p>
          <a:p xmlns:a="http://schemas.openxmlformats.org/drawingml/2006/main">
            <a:r>
              <a:rPr sz="2800"/>
              <a:t>Сравни по evidence и покрытию правил.</a:t>
            </a:r>
          </a:p>
          <a:p xmlns:a="http://schemas.openxmlformats.org/drawingml/2006/main">
            <a:r>
              <a:rPr sz="2800"/>
              <a:t>Выбери одну и верни только итоговое ревью.»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ae5a97b150439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d94108b9644d2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dc35de53d4426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Verification и ReAct</a:t>
            </a:r>
            <a:endParaRPr sz="16400"/>
          </a:p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на одном diff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CHAIN OF VERIFICATION</a:t>
            </a:r>
          </a:p>
          <a:p xmlns:a="http://schemas.openxmlformats.org/drawingml/2006/main">
            <a:r>
              <a:rPr sz="2800"/>
              <a:t>«1. Сформируй кандидаты в риски.</a:t>
            </a:r>
          </a:p>
          <a:p xmlns:a="http://schemas.openxmlformats.org/drawingml/2006/main">
            <a:r>
              <a:rPr sz="2800"/>
              <a:t>2. Для каждого найди строку diff или правило.</a:t>
            </a:r>
          </a:p>
          <a:p xmlns:a="http://schemas.openxmlformats.org/drawingml/2006/main">
            <a:r>
              <a:rPr sz="2800"/>
              <a:t>3. Удали всё без evidence. 4. Верни проверенный список.»</a:t>
            </a:r>
          </a:p>
          <a:p xmlns:a="http://schemas.openxmlformats.org/drawingml/2006/main">
            <a:r>
              <a:rPr sz="2800"/>
              <a:t/>
            </a:r>
          </a:p>
          <a:p xmlns:a="http://schemas.openxmlformats.org/drawingml/2006/main">
            <a:r>
              <a:rPr sz="2800"/>
              <a:t>REACT</a:t>
            </a:r>
          </a:p>
          <a:p xmlns:a="http://schemas.openxmlformats.org/drawingml/2006/main">
            <a:r>
              <a:rPr sz="2800"/>
              <a:t>«Цикл: открыть фрагмент diff → сверить правило →</a:t>
            </a:r>
          </a:p>
          <a:p xmlns:a="http://schemas.openxmlformats.org/drawingml/2006/main">
            <a:r>
              <a:rPr sz="2800"/>
              <a:t>добавить замечание или пропустить. Стоп после 3 рисков.</a:t>
            </a:r>
          </a:p>
          <a:p xmlns:a="http://schemas.openxmlformats.org/drawingml/2006/main">
            <a:r>
              <a:rPr sz="2800"/>
              <a:t>Не меняй файлы и не запускай shell.»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21e98b8896404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14d635abae41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383ea8908434c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Chain of Thought:</a:t>
            </a:r>
            <a:endParaRPr sz="16400"/>
          </a:p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что сдаём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800"/>
              <a:t>НЕ ТАК</a:t>
            </a:r>
          </a:p>
          <a:p xmlns:a="http://schemas.openxmlformats.org/drawingml/2006/main">
            <a:r>
              <a:rPr sz="2800"/>
              <a:t>«Покажи все свои мысли шаг за шагом.»</a:t>
            </a:r>
          </a:p>
          <a:p xmlns:a="http://schemas.openxmlformats.org/drawingml/2006/main">
            <a:r>
              <a:rPr sz="2800"/>
              <a:t/>
            </a:r>
          </a:p>
          <a:p xmlns:a="http://schemas.openxmlformats.org/drawingml/2006/main">
            <a:r>
              <a:rPr sz="2800"/>
              <a:t>ТАК</a:t>
            </a:r>
          </a:p>
          <a:p xmlns:a="http://schemas.openxmlformats.org/drawingml/2006/main">
            <a:r>
              <a:rPr sz="2800"/>
              <a:t>«Не выводи скрытые рассуждения. Верни:</a:t>
            </a:r>
          </a:p>
          <a:p xmlns:a="http://schemas.openxmlformats.org/drawingml/2006/main">
            <a:r>
              <a:rPr sz="2800"/>
              <a:t>1. вывод; 2. evidence: file:line или правило;</a:t>
            </a:r>
          </a:p>
          <a:p xmlns:a="http://schemas.openxmlformats.org/drawingml/2006/main">
            <a:r>
              <a:rPr sz="2800"/>
              <a:t>3. альтернативу; 4. уверенность; 5. проверку.»</a:t>
            </a:r>
          </a:p>
          <a:p xmlns:a="http://schemas.openxmlformats.org/drawingml/2006/main">
            <a:r>
              <a:rPr sz="2800"/>
              <a:t/>
            </a:r>
          </a:p>
          <a:p xmlns:a="http://schemas.openxmlformats.org/drawingml/2006/main">
            <a:r>
              <a:rPr sz="2800"/>
              <a:t>Нужен проверяемый результат, а не внутренний монолог.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cc0c71a4b24d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8382cc779242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5415df457e409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Запуск 1: zero-shot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900"/>
              <a:t>1. Откройте новый чат</a:t>
            </a:r>
          </a:p>
          <a:p xmlns:a="http://schemas.openxmlformats.org/drawingml/2006/main">
            <a:r>
              <a:rPr sz="2900"/>
              <a:t>2. Приложите только TRAINING_PR.diff</a:t>
            </a:r>
          </a:p>
          <a:p xmlns:a="http://schemas.openxmlformats.org/drawingml/2006/main">
            <a:r>
              <a:rPr sz="2900"/>
              <a:t>3. Напишите: «Посмотри PR и найди проблемы»</a:t>
            </a:r>
          </a:p>
          <a:p xmlns:a="http://schemas.openxmlformats.org/drawingml/2006/main">
            <a:r>
              <a:rPr sz="2900"/>
              <a:t>4. Сохраните ответ как P1-01 в prompts.md</a:t>
            </a:r>
          </a:p>
          <a:p xmlns:a="http://schemas.openxmlformats.org/drawingml/2006/main">
            <a:r>
              <a:rPr sz="2900"/>
              <a:t>5. Не давайте CASE.md, репозиторий и web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d6a63e0eb449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d8cc5a33ee45b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152cda5e5d421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После запуска 1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900"/>
              <a:t>1. Что модель придумала?</a:t>
            </a:r>
          </a:p>
          <a:p xmlns:a="http://schemas.openxmlformats.org/drawingml/2006/main">
            <a:r>
              <a:rPr sz="2900"/>
              <a:t>2. Что она не может доказать?</a:t>
            </a:r>
          </a:p>
          <a:p xmlns:a="http://schemas.openxmlformats.org/drawingml/2006/main">
            <a:r>
              <a:rPr sz="2900"/>
              <a:t>3. Какого правила или формата не хватило?</a:t>
            </a:r>
          </a:p>
          <a:p xmlns:a="http://schemas.openxmlformats.org/drawingml/2006/main">
            <a:r>
              <a:rPr sz="2900"/>
              <a:t>4. Какое действие AI нужно запретить?</a:t>
            </a:r>
          </a:p>
          <a:p xmlns:a="http://schemas.openxmlformats.org/drawingml/2006/main">
            <a:r>
              <a:rPr sz="2900"/>
              <a:t>5. Не улучшайте запрос: это baseline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34b6bc444e44d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2192a784d445f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583f106bdd48c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На паре — рабочий каркас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900"/>
              <a:t>1. context.md: факты, источники, ограничения</a:t>
            </a:r>
          </a:p>
          <a:p xmlns:a="http://schemas.openxmlformats.org/drawingml/2006/main">
            <a:r>
              <a:rPr sz="2900"/>
              <a:t>2. problem.md: пользователь, проблема, метрика</a:t>
            </a:r>
          </a:p>
          <a:p xmlns:a="http://schemas.openxmlformats.org/drawingml/2006/main">
            <a:r>
              <a:rPr sz="2900"/>
              <a:t>3. prompts.md: P1-01 и пробелы контекста</a:t>
            </a:r>
          </a:p>
          <a:p xmlns:a="http://schemas.openxmlformats.org/drawingml/2006/main">
            <a:r>
              <a:rPr sz="2900"/>
              <a:t>4. prompts.md: каркас Master Prompt v1</a:t>
            </a:r>
          </a:p>
          <a:p xmlns:a="http://schemas.openxmlformats.org/drawingml/2006/main">
            <a:r>
              <a:rPr sz="2900"/>
              <a:t>5. Остальные файлы — домашняя работа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5c0d802a4248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6fd8b38fbe4b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3" name="Google Shape;475;g33d505ab876_0_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423a9a37f840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3769475" y="-232362"/>
            <a:ext cx="6996875" cy="55630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76" name="Google Shape;476;g33d505ab876_0_36">
            <a:extLst xmlns:a="http://schemas.openxmlformats.org/drawingml/2006/main">
              <a:ext uri="{FF2B5EF4-FFF2-40B4-BE49-F238E27FC236}">
                <a16:creationId xmlns:a16="http://schemas.microsoft.com/office/drawing/2014/main" id="{6D4BB59F-CCD9-4AEB-B07C-F53A839EC8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90F7333B-44AC-F7E9-D49D-FE92F45E0477}" type="slidenum">
              <a:rPr>
                <a:solidFill>
                  <a:srgbClr val="000000"/>
                </a:solidFill>
              </a:rPr>
              <a:t>17</a:t>
            </a:fld>
            <a:endParaRPr/>
          </a:p>
        </p:txBody>
      </p:sp>
      <p:sp>
        <p:nvSpPr>
          <p:cNvPr id="477" name="Google Shape;477;g33d505ab876_0_36">
            <a:extLst xmlns:a="http://schemas.openxmlformats.org/drawingml/2006/main">
              <a:ext uri="{FF2B5EF4-FFF2-40B4-BE49-F238E27FC236}">
                <a16:creationId xmlns:a16="http://schemas.microsoft.com/office/drawing/2014/main" id="{6AD94307-122B-4F44-9113-375F2330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478" name="Google Shape;478;g33d505ab876_0_36">
            <a:extLst xmlns:a="http://schemas.openxmlformats.org/drawingml/2006/main">
              <a:ext uri="{FF2B5EF4-FFF2-40B4-BE49-F238E27FC236}">
                <a16:creationId xmlns:a16="http://schemas.microsoft.com/office/drawing/2014/main" id="{C6D2584F-58C5-4D3D-B1E5-EFF7EFB6EA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860" y="1533206"/>
            <a:ext cx="22247100" cy="203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rPr sz="8700"/>
              <a:t>Разложите один сценарий</a:t>
            </a:r>
          </a:p>
        </p:txBody>
      </p:sp>
      <p:pic>
        <p:nvPicPr>
          <p:cNvPr id="497" name="Google Shape;480;g33d505ab876_0_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423f235d5e479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582550" y="9392112"/>
            <a:ext cx="5143675" cy="36533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1" name="Google Shape;481;g33d505ab876_0_36">
            <a:extLst xmlns:a="http://schemas.openxmlformats.org/drawingml/2006/main">
              <a:ext uri="{FF2B5EF4-FFF2-40B4-BE49-F238E27FC236}">
                <a16:creationId xmlns:a16="http://schemas.microsoft.com/office/drawing/2014/main" id="{D7A34E73-58C5-4C82-A9A1-F53E9AF8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75425" y="7381775"/>
            <a:ext cx="3097200" cy="1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0" b="1">
                <a:latin typeface="Helvetica Neue"/>
                <a:ea typeface="Helvetica Neue"/>
                <a:cs typeface="Helvetica Neue"/>
              </a:rPr>
              <a:t>SDLC</a:t>
            </a:r>
          </a:p>
        </p:txBody>
      </p:sp>
      <p:sp>
        <p:nvSpPr>
          <p:cNvPr id="482" name="Google Shape;482;g33d505ab876_0_36">
            <a:extLst xmlns:a="http://schemas.openxmlformats.org/drawingml/2006/main">
              <a:ext uri="{FF2B5EF4-FFF2-40B4-BE49-F238E27FC236}">
                <a16:creationId xmlns:a16="http://schemas.microsoft.com/office/drawing/2014/main" id="{955C3D1A-5A4A-48FD-BED3-9DC5364B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5700" y="9310125"/>
            <a:ext cx="3097200" cy="1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952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0" b="1">
                <a:latin typeface="Helvetica Neue"/>
                <a:ea typeface="Helvetica Neue"/>
                <a:cs typeface="Helvetica Neue"/>
              </a:rPr>
              <a:t>CJM</a:t>
            </a:r>
          </a:p>
        </p:txBody>
      </p:sp>
      <p:sp>
        <p:nvSpPr>
          <p:cNvPr id="483" name="Google Shape;483;g33d505ab876_0_36">
            <a:extLst xmlns:a="http://schemas.openxmlformats.org/drawingml/2006/main">
              <a:ext uri="{FF2B5EF4-FFF2-40B4-BE49-F238E27FC236}">
                <a16:creationId xmlns:a16="http://schemas.microsoft.com/office/drawing/2014/main" id="{10CD0335-43A2-4D13-A7F5-E0F2BF1C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501" name="Google Shape;484;g33d505ab876_0_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a46a217d594e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457851" y="3762373"/>
            <a:ext cx="2031900" cy="20319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85" name="Google Shape;485;g33d505ab876_0_36">
            <a:extLst xmlns:a="http://schemas.openxmlformats.org/drawingml/2006/main">
              <a:ext uri="{FF2B5EF4-FFF2-40B4-BE49-F238E27FC236}">
                <a16:creationId xmlns:a16="http://schemas.microsoft.com/office/drawing/2014/main" id="{6DD923FE-3AD2-4491-AEB4-71B944BF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700" y="10767850"/>
            <a:ext cx="4735200" cy="129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SDLC</a:t>
            </a:r>
          </a:p>
        </p:txBody>
      </p:sp>
      <p:sp>
        <p:nvSpPr>
          <p:cNvPr id="486" name="Google Shape;486;g33d505ab876_0_36">
            <a:extLst xmlns:a="http://schemas.openxmlformats.org/drawingml/2006/main">
              <a:ext uri="{FF2B5EF4-FFF2-40B4-BE49-F238E27FC236}">
                <a16:creationId xmlns:a16="http://schemas.microsoft.com/office/drawing/2014/main" id="{9F80ED86-ABDE-426B-ADCA-28D4AC34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4325" y="11015600"/>
            <a:ext cx="4735200" cy="129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CJM</a:t>
            </a:r>
          </a:p>
        </p:txBody>
      </p:sp>
      <p:pic>
        <p:nvPicPr>
          <p:cNvPr id="504" name="Google Shape;487;g33d505ab876_0_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d219957328b464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2042044">
            <a:off x="19409065" y="2527751"/>
            <a:ext cx="10411893" cy="1041189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05" name="Google Shape;488;g33d505ab876_0_3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d829b68f30480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5548595">
            <a:off x="19154203" y="6403882"/>
            <a:ext cx="9113646" cy="32427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0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c973ab32fe40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82277" y="3402640"/>
            <a:ext cx="6996875" cy="6996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57201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1" name="Google Shape;493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2a4fa691fc245d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783776" y="202463"/>
            <a:ext cx="17436475" cy="174364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94" name="Google Shape;494;g33d505ab876_0_42">
            <a:extLst xmlns:a="http://schemas.openxmlformats.org/drawingml/2006/main">
              <a:ext uri="{FF2B5EF4-FFF2-40B4-BE49-F238E27FC236}">
                <a16:creationId xmlns:a16="http://schemas.microsoft.com/office/drawing/2014/main" id="{D9810306-72A1-4D54-B414-647C6EC302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B1C6C81E-38B9-7560-621D-5A151A79DF9B}" type="slidenum">
              <a:rPr>
                <a:solidFill>
                  <a:srgbClr val="000000"/>
                </a:solidFill>
              </a:rPr>
              <a:t>18</a:t>
            </a:fld>
            <a:endParaRPr/>
          </a:p>
        </p:txBody>
      </p:sp>
      <p:sp>
        <p:nvSpPr>
          <p:cNvPr id="495" name="Google Shape;495;g33d505ab876_0_42">
            <a:extLst xmlns:a="http://schemas.openxmlformats.org/drawingml/2006/main">
              <a:ext uri="{FF2B5EF4-FFF2-40B4-BE49-F238E27FC236}">
                <a16:creationId xmlns:a16="http://schemas.microsoft.com/office/drawing/2014/main" id="{B5614AF0-32D8-41B2-AC22-6AB81465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496" name="Google Shape;496;g33d505ab876_0_42">
            <a:extLst xmlns:a="http://schemas.openxmlformats.org/drawingml/2006/main">
              <a:ext uri="{FF2B5EF4-FFF2-40B4-BE49-F238E27FC236}">
                <a16:creationId xmlns:a16="http://schemas.microsoft.com/office/drawing/2014/main" id="{B8FBADA4-362B-44B3-A738-BA578DF6C4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8510" y="4117356"/>
            <a:ext cx="22247100" cy="43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rPr sz="8400"/>
              <a:t>Master prompt — контракт работы AI-агента</a:t>
            </a:r>
          </a:p>
        </p:txBody>
      </p:sp>
      <p:sp>
        <p:nvSpPr>
          <p:cNvPr id="497" name="Google Shape;497;g33d505ab876_0_42">
            <a:extLst xmlns:a="http://schemas.openxmlformats.org/drawingml/2006/main">
              <a:ext uri="{FF2B5EF4-FFF2-40B4-BE49-F238E27FC236}">
                <a16:creationId xmlns:a16="http://schemas.microsoft.com/office/drawing/2014/main" id="{E49A7E11-7BD1-4092-95D9-7D3BA845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506" name="Google Shape;498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e52a02deb74f1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4400" y="4456624"/>
            <a:ext cx="5580049" cy="15205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07" name="Google Shape;499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2f71bd6fdd40e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3257050" y="8637500"/>
            <a:ext cx="11424300" cy="483507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498311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56" name="Google Shape;544;g33d505ab876_0_5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424f79b82241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-421750">
            <a:off x="15002798" y="3763970"/>
            <a:ext cx="11659955" cy="1165993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5" name="Google Shape;545;g33d505ab876_0_54">
            <a:extLst xmlns:a="http://schemas.openxmlformats.org/drawingml/2006/main">
              <a:ext uri="{FF2B5EF4-FFF2-40B4-BE49-F238E27FC236}">
                <a16:creationId xmlns:a16="http://schemas.microsoft.com/office/drawing/2014/main" id="{C631B98D-336D-456F-A230-1411B338D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CCF91274-D221-1BB4-3BF9-836E3AD31EBE}" type="slidenum">
              <a:rPr>
                <a:solidFill>
                  <a:srgbClr val="000000"/>
                </a:solidFill>
              </a:rPr>
              <a:t>19</a:t>
            </a:fld>
            <a:endParaRPr/>
          </a:p>
        </p:txBody>
      </p:sp>
      <p:sp>
        <p:nvSpPr>
          <p:cNvPr id="546" name="Google Shape;546;g33d505ab876_0_54">
            <a:extLst xmlns:a="http://schemas.openxmlformats.org/drawingml/2006/main">
              <a:ext uri="{FF2B5EF4-FFF2-40B4-BE49-F238E27FC236}">
                <a16:creationId xmlns:a16="http://schemas.microsoft.com/office/drawing/2014/main" id="{0F67C10A-FE63-4745-9AC4-486AFF06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547" name="Google Shape;547;g33d505ab876_0_54">
            <a:extLst xmlns:a="http://schemas.openxmlformats.org/drawingml/2006/main">
              <a:ext uri="{FF2B5EF4-FFF2-40B4-BE49-F238E27FC236}">
                <a16:creationId xmlns:a16="http://schemas.microsoft.com/office/drawing/2014/main" id="{2DA4CBF1-F1EB-4B1C-A484-669DCA3CDB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8503" y="3762375"/>
            <a:ext cx="14560200" cy="69082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rPr sz="7100"/>
              <a:t>Context Pack — выбранные для одной задачи факты, правила, примеры и ограничения. Это часть master prompt, а не конечный результат.</a:t>
            </a:r>
          </a:p>
        </p:txBody>
      </p:sp>
      <p:sp>
        <p:nvSpPr>
          <p:cNvPr id="548" name="Google Shape;548;g33d505ab876_0_54">
            <a:extLst xmlns:a="http://schemas.openxmlformats.org/drawingml/2006/main">
              <a:ext uri="{FF2B5EF4-FFF2-40B4-BE49-F238E27FC236}">
                <a16:creationId xmlns:a16="http://schemas.microsoft.com/office/drawing/2014/main" id="{388D3CD6-5C0E-4A6E-AAB5-AD7D7A5B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49" name="Google Shape;549;g33d505ab876_0_54">
            <a:extLst xmlns:a="http://schemas.openxmlformats.org/drawingml/2006/main">
              <a:ext uri="{FF2B5EF4-FFF2-40B4-BE49-F238E27FC236}">
                <a16:creationId xmlns:a16="http://schemas.microsoft.com/office/drawing/2014/main" id="{F4EE8D5D-7E02-4F1F-A7F0-259D527E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9720" y="3671012"/>
            <a:ext cx="6235500" cy="930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C1E"/>
          </a:solidFill>
          <a:ln xmlns:a="http://schemas.openxmlformats.org/drawingml/2006/main" w="8875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85200" tIns="85200" rIns="85200" bIns="8520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304"/>
          </a:p>
        </p:txBody>
      </p:sp>
      <p:sp>
        <p:nvSpPr>
          <p:cNvPr id="550" name="Google Shape;550;g33d505ab876_0_54">
            <a:extLst xmlns:a="http://schemas.openxmlformats.org/drawingml/2006/main">
              <a:ext uri="{FF2B5EF4-FFF2-40B4-BE49-F238E27FC236}">
                <a16:creationId xmlns:a16="http://schemas.microsoft.com/office/drawing/2014/main" id="{2F9A7BA0-964C-4D66-8A54-173D5DEF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6876" y="3493925"/>
            <a:ext cx="6193200" cy="93084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17750" cmpd="sng">
            <a:solidFill>
              <a:srgbClr val="1A1C1E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85200" tIns="85200" rIns="85200" bIns="85200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1304"/>
          </a:p>
        </p:txBody>
      </p:sp>
      <p:pic>
        <p:nvPicPr>
          <p:cNvPr id="563" name="Google Shape;551;g33d505ab876_0_5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b4bd08c959416a">
            <a:alphaModFix/>
          </a:blip>
          <a:srcRect xmlns:a="http://schemas.openxmlformats.org/drawingml/2006/main" l="25943" t="6172" r="25348" b="22149"/>
          <a:stretch xmlns:a="http://schemas.openxmlformats.org/drawingml/2006/main"/>
        </p:blipFill>
        <p:spPr>
          <a:xfrm xmlns:a="http://schemas.openxmlformats.org/drawingml/2006/main">
            <a:off x="16883275" y="3798925"/>
            <a:ext cx="5686075" cy="836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4" name="Google Shape;552;g33d505ab876_0_5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d44acc17cf1481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175058">
            <a:off x="529017" y="4238010"/>
            <a:ext cx="3068318" cy="123990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5" name="Google Shape;553;g33d505ab876_0_5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ac485161a844c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474296" y="9178733"/>
            <a:ext cx="12291825" cy="43736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66" name="Google Shape;554;g33d505ab876_0_5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5b2c051a3d44da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5420795" y="2249489"/>
            <a:ext cx="2239600" cy="2239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5398892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a2c341b8fc419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Структура master prompt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t>1. Goal + Role</a:t>
            </a:r>
          </a:p>
          <a:p xmlns:a="http://schemas.openxmlformats.org/drawingml/2006/main">
            <a:r>
              <a:t>2. Inputs + Sources + Context Pack</a:t>
            </a:r>
          </a:p>
          <a:p xmlns:a="http://schemas.openxmlformats.org/drawingml/2006/main">
            <a:r>
              <a:t>3. Task + Deliverables</a:t>
            </a:r>
          </a:p>
          <a:p xmlns:a="http://schemas.openxmlformats.org/drawingml/2006/main">
            <a:r>
              <a:t>4. Output Format</a:t>
            </a:r>
          </a:p>
          <a:p xmlns:a="http://schemas.openxmlformats.org/drawingml/2006/main">
            <a:r>
              <a:t>5. Allowed / Forbidden + Stop</a:t>
            </a:r>
          </a:p>
          <a:p xmlns:a="http://schemas.openxmlformats.org/drawingml/2006/main">
            <a:r>
              <a:t>6. Workflow + Verification + DoD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ec278f8e994e5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98dce7b784b47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d95d9bc280477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Master Prompt v1</a:t>
            </a:r>
            <a:endParaRPr sz="16400"/>
          </a:p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в коротком виде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t>«Role: AI-reviewer.</a:t>
            </a:r>
          </a:p>
          <a:p xmlns:a="http://schemas.openxmlformats.org/drawingml/2006/main">
            <a:r>
              <a:t>Inputs: diff + SEC-1…QA-1.</a:t>
            </a:r>
          </a:p>
          <a:p xmlns:a="http://schemas.openxmlformats.org/drawingml/2006/main">
            <a:r>
              <a:t>Return: summary + ≤3 risks + checks.</a:t>
            </a:r>
          </a:p>
          <a:p xmlns:a="http://schemas.openxmlformats.org/drawingml/2006/main">
            <a:r>
              <a:t>Risk: file:line + evidence + rule.</a:t>
            </a:r>
          </a:p>
          <a:p xmlns:a="http://schemas.openxmlformats.org/drawingml/2006/main">
            <a:r>
              <a:t>Forbidden: approve, merge, edit.</a:t>
            </a:r>
          </a:p>
          <a:p xmlns:a="http://schemas.openxmlformats.org/drawingml/2006/main">
            <a:r>
              <a:t>Не придумывай правила.</a:t>
            </a:r>
          </a:p>
          <a:p xmlns:a="http://schemas.openxmlformats.org/drawingml/2006/main">
            <a:r>
              <a:t>Flow: candidate → evidence → check.</a:t>
            </a:r>
          </a:p>
          <a:p xmlns:a="http://schemas.openxmlformats.org/drawingml/2006/main">
            <a:r>
              <a:t>Нет evidence → пропусти.</a:t>
            </a:r>
          </a:p>
          <a:p xmlns:a="http://schemas.openxmlformats.org/drawingml/2006/main">
            <a:r>
              <a:t>Done: evidence + check для каждого риска.»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8440e73a40450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fd99828e1c4dc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1297012e1645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250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Запуск 2:</a:t>
            </a:r>
            <a:endParaRPr sz="16400"/>
          </a:p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master prompt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2900"/>
              <a:t>1. Тот же TRAINING_PR.diff</a:t>
            </a:r>
          </a:p>
          <a:p xmlns:a="http://schemas.openxmlformats.org/drawingml/2006/main">
            <a:r>
              <a:rPr sz="2900"/>
              <a:t>2. Та же модель и задача</a:t>
            </a:r>
          </a:p>
          <a:p xmlns:a="http://schemas.openxmlformats.org/drawingml/2006/main">
            <a:r>
              <a:rPr sz="2900"/>
              <a:t>3. Добавьте Master Prompt v1</a:t>
            </a:r>
          </a:p>
          <a:p xmlns:a="http://schemas.openxmlformats.org/drawingml/2006/main">
            <a:r>
              <a:rPr sz="2900"/>
              <a:t>4. Не подсказывайте новые факты устно</a:t>
            </a:r>
          </a:p>
          <a:p xmlns:a="http://schemas.openxmlformats.org/drawingml/2006/main">
            <a:r>
              <a:rPr sz="2900"/>
              <a:t>5. Сохраните ответ как P1-02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dd0b902a2e43c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fd9fb3751c6469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1" name="Google Shape;493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7f7eae8dcf402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783776" y="202463"/>
            <a:ext cx="17436475" cy="174364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94" name="Google Shape;494;g33d505ab876_0_42">
            <a:extLst xmlns:a="http://schemas.openxmlformats.org/drawingml/2006/main">
              <a:ext uri="{FF2B5EF4-FFF2-40B4-BE49-F238E27FC236}">
                <a16:creationId xmlns:a16="http://schemas.microsoft.com/office/drawing/2014/main" id="{D9810306-72A1-4D54-B414-647C6EC302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A4E99CEF-AF55-BA3C-ADF8-4E52E186DD8F}" type="slidenum">
              <a:rPr>
                <a:solidFill>
                  <a:srgbClr val="000000"/>
                </a:solidFill>
              </a:rPr>
              <a:t>23</a:t>
            </a:fld>
            <a:endParaRPr/>
          </a:p>
        </p:txBody>
      </p:sp>
      <p:sp>
        <p:nvSpPr>
          <p:cNvPr id="495" name="Google Shape;495;g33d505ab876_0_42">
            <a:extLst xmlns:a="http://schemas.openxmlformats.org/drawingml/2006/main">
              <a:ext uri="{FF2B5EF4-FFF2-40B4-BE49-F238E27FC236}">
                <a16:creationId xmlns:a16="http://schemas.microsoft.com/office/drawing/2014/main" id="{B5614AF0-32D8-41B2-AC22-6AB81465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496" name="Google Shape;496;g33d505ab876_0_42">
            <a:extLst xmlns:a="http://schemas.openxmlformats.org/drawingml/2006/main">
              <a:ext uri="{FF2B5EF4-FFF2-40B4-BE49-F238E27FC236}">
                <a16:creationId xmlns:a16="http://schemas.microsoft.com/office/drawing/2014/main" id="{B8FBADA4-362B-44B3-A738-BA578DF6C4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8510" y="4117356"/>
            <a:ext cx="22247100" cy="43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rPr sz="8400"/>
              <a:t>Сравните P1-01 и P1-02.</a:t>
            </a: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t>Что изменилось в evidence, границах и проверках?</a:t>
            </a:r>
          </a:p>
        </p:txBody>
      </p:sp>
      <p:sp>
        <p:nvSpPr>
          <p:cNvPr id="497" name="Google Shape;497;g33d505ab876_0_42">
            <a:extLst xmlns:a="http://schemas.openxmlformats.org/drawingml/2006/main">
              <a:ext uri="{FF2B5EF4-FFF2-40B4-BE49-F238E27FC236}">
                <a16:creationId xmlns:a16="http://schemas.microsoft.com/office/drawing/2014/main" id="{E49A7E11-7BD1-4092-95D9-7D3BA845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506" name="Google Shape;498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a44e7f4b41413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4400" y="4456624"/>
            <a:ext cx="5580049" cy="15205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07" name="Google Shape;499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70ea248074447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3257050" y="8637500"/>
            <a:ext cx="11424300" cy="483507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498311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1" name="Google Shape;493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547d4f63654b7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4783776" y="202463"/>
            <a:ext cx="17436475" cy="174364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94" name="Google Shape;494;g33d505ab876_0_42">
            <a:extLst xmlns:a="http://schemas.openxmlformats.org/drawingml/2006/main">
              <a:ext uri="{FF2B5EF4-FFF2-40B4-BE49-F238E27FC236}">
                <a16:creationId xmlns:a16="http://schemas.microsoft.com/office/drawing/2014/main" id="{D9810306-72A1-4D54-B414-647C6EC302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4A59AF09-D197-0193-A7DE-FAAF0B691058}" type="slidenum">
              <a:rPr>
                <a:solidFill>
                  <a:srgbClr val="000000"/>
                </a:solidFill>
              </a:rPr>
              <a:t>24</a:t>
            </a:fld>
            <a:endParaRPr/>
          </a:p>
        </p:txBody>
      </p:sp>
      <p:sp>
        <p:nvSpPr>
          <p:cNvPr id="495" name="Google Shape;495;g33d505ab876_0_42">
            <a:extLst xmlns:a="http://schemas.openxmlformats.org/drawingml/2006/main">
              <a:ext uri="{FF2B5EF4-FFF2-40B4-BE49-F238E27FC236}">
                <a16:creationId xmlns:a16="http://schemas.microsoft.com/office/drawing/2014/main" id="{B5614AF0-32D8-41B2-AC22-6AB81465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496" name="Google Shape;496;g33d505ab876_0_42">
            <a:extLst xmlns:a="http://schemas.openxmlformats.org/drawingml/2006/main">
              <a:ext uri="{FF2B5EF4-FFF2-40B4-BE49-F238E27FC236}">
                <a16:creationId xmlns:a16="http://schemas.microsoft.com/office/drawing/2014/main" id="{B8FBADA4-362B-44B3-A738-BA578DF6C4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98510" y="4117356"/>
            <a:ext cx="22247100" cy="431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rPr sz="8400"/>
              <a:t>После пары откройте PR из своего форка.</a:t>
            </a: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300"/>
              <a:buNone/>
            </a:pPr>
            <a:r>
              <a:t>Ревьюер найдёт 3 места, где пришлось догадываться.</a:t>
            </a:r>
          </a:p>
        </p:txBody>
      </p:sp>
      <p:sp>
        <p:nvSpPr>
          <p:cNvPr id="497" name="Google Shape;497;g33d505ab876_0_42">
            <a:extLst xmlns:a="http://schemas.openxmlformats.org/drawingml/2006/main">
              <a:ext uri="{FF2B5EF4-FFF2-40B4-BE49-F238E27FC236}">
                <a16:creationId xmlns:a16="http://schemas.microsoft.com/office/drawing/2014/main" id="{E49A7E11-7BD1-4092-95D9-7D3BA845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506" name="Google Shape;498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5a173f381a4b5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4400" y="4456624"/>
            <a:ext cx="5580049" cy="15205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507" name="Google Shape;499;g33d505ab876_0_4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9d074f1be144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3257050" y="8637500"/>
            <a:ext cx="11424300" cy="483507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2498311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8" name="Google Shape;181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c17b16217243a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008661" y="417022"/>
            <a:ext cx="5606400" cy="5606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82" name="Google Shape;182;g3aab872a610_1_18">
            <a:extLst xmlns:a="http://schemas.openxmlformats.org/drawingml/2006/main">
              <a:ext uri="{FF2B5EF4-FFF2-40B4-BE49-F238E27FC236}">
                <a16:creationId xmlns:a16="http://schemas.microsoft.com/office/drawing/2014/main" id="{3243D7FB-C555-4B05-BE92-EA215D0898E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98500" y="2564575"/>
            <a:ext cx="22607700" cy="131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0"/>
              <a:buFont typeface="Helvetica Neue"/>
              <a:buNone/>
            </a:pPr>
            <a:r>
              <a:rPr sz="13200"/>
              <a:t>Домашняя работа</a:t>
            </a:r>
            <a:endParaRPr sz="16400"/>
          </a:p>
        </p:txBody>
      </p:sp>
      <p:sp>
        <p:nvSpPr>
          <p:cNvPr id="183" name="Google Shape;183;g3aab872a610_1_18">
            <a:extLst xmlns:a="http://schemas.openxmlformats.org/drawingml/2006/main">
              <a:ext uri="{FF2B5EF4-FFF2-40B4-BE49-F238E27FC236}">
                <a16:creationId xmlns:a16="http://schemas.microsoft.com/office/drawing/2014/main" id="{31A43137-F661-4EB5-92D1-F3CF0514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65790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4" name="Google Shape;184;g3aab872a610_1_18">
            <a:extLst xmlns:a="http://schemas.openxmlformats.org/drawingml/2006/main">
              <a:ext uri="{FF2B5EF4-FFF2-40B4-BE49-F238E27FC236}">
                <a16:creationId xmlns:a16="http://schemas.microsoft.com/office/drawing/2014/main" id="{2BCCFCBA-EAD0-412C-B47B-71D8DDE6842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2676" y="5259350"/>
            <a:ext cx="17687100" cy="80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r>
              <a:rPr sz="3100"/>
              <a:t>1. Доведите до конца 11 обязательных файлов</a:t>
            </a:r>
          </a:p>
          <a:p xmlns:a="http://schemas.openxmlformats.org/drawingml/2006/main">
            <a:r>
              <a:rPr sz="3100"/>
              <a:t>2. Завершите Master Prompt v1 в prompts.md</a:t>
            </a:r>
          </a:p>
          <a:p xmlns:a="http://schemas.openxmlformats.org/drawingml/2006/main">
            <a:r>
              <a:rPr sz="3100"/>
              <a:t>3. Запустите make test и откройте PR из форка</a:t>
            </a:r>
          </a:p>
          <a:p xmlns:a="http://schemas.openxmlformats.org/drawingml/2006/main">
            <a:r>
              <a:rPr sz="3100"/>
              <a:t>4. Получите и обработайте 3 замечания ревьюера</a:t>
            </a:r>
          </a:p>
        </p:txBody>
      </p:sp>
      <p:pic>
        <p:nvPicPr>
          <p:cNvPr id="192" name="Google Shape;185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6928ec1c8e4f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949676" y="2564576"/>
            <a:ext cx="10046602" cy="1021620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93" name="Google Shape;186;g3aab872a610_1_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f6feea1cf049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656500" y="4663361"/>
            <a:ext cx="7751586" cy="812447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64121355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g3aab872a610_1_2159">
            <a:extLst xmlns:a="http://schemas.openxmlformats.org/drawingml/2006/main">
              <a:ext uri="{FF2B5EF4-FFF2-40B4-BE49-F238E27FC236}">
                <a16:creationId xmlns:a16="http://schemas.microsoft.com/office/drawing/2014/main" id="{612BD946-8E4C-41EA-9C2D-BE32FA8DA9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12133" y="1597867"/>
            <a:ext cx="22924800" cy="524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43800" tIns="243800" rIns="243800" bIns="24380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3900"/>
              <a:buNone/>
            </a:pPr>
            <a:r>
              <a:rPr sz="10400"/>
              <a:t>Критерии · 10 баллов</a:t>
            </a:r>
          </a:p>
        </p:txBody>
      </p:sp>
      <p:sp>
        <p:nvSpPr>
          <p:cNvPr id="142" name="Google Shape;142;g3aab872a610_1_2159">
            <a:extLst xmlns:a="http://schemas.openxmlformats.org/drawingml/2006/main">
              <a:ext uri="{FF2B5EF4-FFF2-40B4-BE49-F238E27FC236}">
                <a16:creationId xmlns:a16="http://schemas.microsoft.com/office/drawing/2014/main" id="{DE8C7F19-73DD-4BE2-892E-CDC01D7D46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412133" y="5170667"/>
            <a:ext cx="14124000" cy="772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243800" tIns="243800" rIns="243800" bIns="243800" anchor="t">
            <a:noAutofit/>
          </a:bodyPr>
          <a:lstStyle xmlns:a="http://schemas.openxmlformats.org/drawingml/2006/main"/>
          <a:p xmlns:a="http://schemas.openxmlformats.org/drawingml/2006/main">
            <a:r>
              <a:rPr sz="2700"/>
              <a:t>• Структура и команды — 1</a:t>
            </a:r>
          </a:p>
          <a:p xmlns:a="http://schemas.openxmlformats.org/drawingml/2006/main">
            <a:r>
              <a:rPr sz="2700"/>
              <a:t>• Контекст, проблема, метрики — 2</a:t>
            </a:r>
          </a:p>
          <a:p xmlns:a="http://schemas.openxmlformats.org/drawingml/2006/main">
            <a:r>
              <a:rPr sz="2700"/>
              <a:t>• TO BE, use cases и план — 2</a:t>
            </a:r>
          </a:p>
          <a:p xmlns:a="http://schemas.openxmlformats.org/drawingml/2006/main">
            <a:r>
              <a:rPr sz="2700"/>
              <a:t>• ADR и архитектура — 2</a:t>
            </a:r>
          </a:p>
          <a:p xmlns:a="http://schemas.openxmlformats.org/drawingml/2006/main">
            <a:r>
              <a:rPr sz="2700"/>
              <a:t>• 4 уровня тестов — 2</a:t>
            </a:r>
          </a:p>
          <a:p xmlns:a="http://schemas.openxmlformats.org/drawingml/2006/main">
            <a:r>
              <a:rPr sz="2700"/>
              <a:t>• master prompt + 2 запуска — 1</a:t>
            </a:r>
          </a:p>
        </p:txBody>
      </p:sp>
      <p:sp>
        <p:nvSpPr>
          <p:cNvPr id="143" name="Google Shape;143;g3aab872a610_1_2159">
            <a:extLst xmlns:a="http://schemas.openxmlformats.org/drawingml/2006/main">
              <a:ext uri="{FF2B5EF4-FFF2-40B4-BE49-F238E27FC236}">
                <a16:creationId xmlns:a16="http://schemas.microsoft.com/office/drawing/2014/main" id="{3CE500B7-2082-4C12-82DA-3E9EF326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8264" y="758787"/>
            <a:ext cx="11424000" cy="50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00" tIns="45725" rIns="91400" bIns="45725" anchor="t">
            <a:spAutoFit/>
          </a:bodyPr>
          <a:lstStyle xmlns:a="http://schemas.openxmlformats.org/drawingml/2006/main"/>
          <a:p xmlns:a="http://schemas.openxmlformats.org/drawingml/2006/main">
            <a:pPr marL="4699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Helvetica Neue"/>
              <a:buNone/>
            </a:pPr>
            <a:r>
              <a:rPr sz="2700" b="1" i="0" u="non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7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6</a:t>
            </a:r>
            <a:endParaRPr sz="2700" b="1" i="0" u="none" cap="none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4" name="Google Shape;144;g3aab872a610_1_2159">
            <a:extLst xmlns:a="http://schemas.openxmlformats.org/drawingml/2006/main">
              <a:ext uri="{FF2B5EF4-FFF2-40B4-BE49-F238E27FC236}">
                <a16:creationId xmlns:a16="http://schemas.microsoft.com/office/drawing/2014/main" id="{DCAB58B8-D2C0-4317-913D-26A22271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25" y="524000"/>
            <a:ext cx="2496600" cy="82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0" name="Google Shape;145;g3aab872a610_1_2159"/>
          <p:cNvPicPr>
            <a:picLocks xmlns:a="http://schemas.openxmlformats.org/drawingml/2006/main" noChangeAspect="1"/>
          </p:cNvPicPr>
          <p:nvPr>
            <p:ph type="pic" idx="2"/>
          </p:nvPr>
        </p:nvPicPr>
        <p:blipFill rotWithShape="1">
          <a:blip xmlns:r="http://schemas.openxmlformats.org/officeDocument/2006/relationships" xmlns:a="http://schemas.openxmlformats.org/drawingml/2006/main" r:embed="Rde9cbb5d57584e5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38874" y="869375"/>
            <a:ext cx="1852901" cy="2867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785917721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2" name="Google Shape;872;g3ad6f6c8ad2_0_45">
            <a:extLst xmlns:a="http://schemas.openxmlformats.org/drawingml/2006/main">
              <a:ext uri="{FF2B5EF4-FFF2-40B4-BE49-F238E27FC236}">
                <a16:creationId xmlns:a16="http://schemas.microsoft.com/office/drawing/2014/main" id="{D1323F85-00BA-4F23-9C83-2085E240B9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22915225" y="699700"/>
            <a:ext cx="833700" cy="41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50800" tIns="50800" rIns="50800" bIns="5080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"/>
              <a:buNone/>
            </a:pPr>
            <a:fld id="{02F15020-66A7-620A-7B7A-C05C4312DEAE}" type="slidenum">
              <a:rPr>
                <a:solidFill>
                  <a:srgbClr val="000000"/>
                </a:solidFill>
              </a:rPr>
              <a:t>27</a:t>
            </a:fld>
            <a:endParaRPr/>
          </a:p>
        </p:txBody>
      </p:sp>
      <p:sp>
        <p:nvSpPr>
          <p:cNvPr id="873" name="Google Shape;873;g3ad6f6c8ad2_0_45">
            <a:extLst xmlns:a="http://schemas.openxmlformats.org/drawingml/2006/main">
              <a:ext uri="{FF2B5EF4-FFF2-40B4-BE49-F238E27FC236}">
                <a16:creationId xmlns:a16="http://schemas.microsoft.com/office/drawing/2014/main" id="{AA13876E-DC50-48AC-BB5A-347A3771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463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2025</a:t>
            </a:r>
          </a:p>
        </p:txBody>
      </p:sp>
      <p:sp>
        <p:nvSpPr>
          <p:cNvPr id="874" name="Google Shape;874;g3ad6f6c8ad2_0_45">
            <a:extLst xmlns:a="http://schemas.openxmlformats.org/drawingml/2006/main">
              <a:ext uri="{FF2B5EF4-FFF2-40B4-BE49-F238E27FC236}">
                <a16:creationId xmlns:a16="http://schemas.microsoft.com/office/drawing/2014/main" id="{9983253A-6581-4360-BF06-D36967E5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388" y="746253"/>
            <a:ext cx="11424300" cy="5232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r>
              <a:rPr sz="2800" b="1" i="0" u="non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Saint Petersburg | 202</a:t>
            </a:r>
            <a:r>
              <a:rPr sz="2800" b="1">
                <a:latin typeface="Helvetica Neue"/>
                <a:ea typeface="Helvetica Neue"/>
                <a:cs typeface="Helvetica Neue"/>
              </a:rPr>
              <a:t>6</a:t>
            </a:r>
            <a:endParaRPr sz="2800" b="1" i="0" u="none" cap="none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75" name="Google Shape;875;g3ad6f6c8ad2_0_45">
            <a:extLst xmlns:a="http://schemas.openxmlformats.org/drawingml/2006/main">
              <a:ext uri="{FF2B5EF4-FFF2-40B4-BE49-F238E27FC236}">
                <a16:creationId xmlns:a16="http://schemas.microsoft.com/office/drawing/2014/main" id="{9D773564-C024-4526-AE6C-AC6E3994E7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996696" y="3125225"/>
            <a:ext cx="23886600" cy="567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11475" rIns="91425" bIns="228600" anchor="t">
            <a:spAutoFit/>
          </a:bodyPr>
          <a:lstStyle xmlns:a="http://schemas.openxmlformats.org/drawingml/2006/main"/>
          <a:p xmlns:a="http://schemas.openxmlformats.org/drawingml/2006/main">
            <a:r>
              <a:rPr sz="4200" b="1"/>
              <a:t>Готово, если:</a:t>
            </a:r>
          </a:p>
          <a:p xmlns:a="http://schemas.openxmlformats.org/drawingml/2006/main">
            <a:r>
              <a:rPr sz="3000"/>
              <a:t>Другой инженер открыл ваш PR</a:t>
            </a:r>
          </a:p>
          <a:p xmlns:a="http://schemas.openxmlformats.org/drawingml/2006/main">
            <a:r>
              <a:rPr sz="3000"/>
              <a:t>Понял задачу и границы агента</a:t>
            </a:r>
          </a:p>
          <a:p xmlns:a="http://schemas.openxmlformats.org/drawingml/2006/main">
            <a:r>
              <a:rPr sz="3000"/>
              <a:t>Повторил запуск</a:t>
            </a:r>
          </a:p>
          <a:p xmlns:a="http://schemas.openxmlformats.org/drawingml/2006/main">
            <a:r>
              <a:rPr sz="3000"/>
              <a:t>И проверил результат</a:t>
            </a:r>
          </a:p>
        </p:txBody>
      </p:sp>
      <p:pic>
        <p:nvPicPr>
          <p:cNvPr id="885" name="Google Shape;876;g3ad6f6c8ad2_0_4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bb62b50ad448b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3257050" y="8637500"/>
            <a:ext cx="11424300" cy="483507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77" name="Google Shape;877;g3ad6f6c8ad2_0_45">
            <a:extLst xmlns:a="http://schemas.openxmlformats.org/drawingml/2006/main">
              <a:ext uri="{FF2B5EF4-FFF2-40B4-BE49-F238E27FC236}">
                <a16:creationId xmlns:a16="http://schemas.microsoft.com/office/drawing/2014/main" id="{91086D50-9A7D-456C-A123-5A3BF893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5017" y="15181"/>
            <a:ext cx="7962900" cy="138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4C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4225" tIns="92100" rIns="184225" bIns="921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36"/>
              <a:buFont typeface="Arial"/>
              <a:buNone/>
            </a:pPr>
            <a:endParaRPr sz="4836" b="0" i="0" u="none" cap="none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887" name="Google Shape;879;g3ad6f6c8ad2_0_4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9c8d4213044d2d">
            <a:alphaModFix/>
          </a:blip>
          <a:srcRect xmlns:a="http://schemas.openxmlformats.org/drawingml/2006/main" l="18235" t="10236" r="10727" b="22816"/>
          <a:stretch xmlns:a="http://schemas.openxmlformats.org/drawingml/2006/main"/>
        </p:blipFill>
        <p:spPr>
          <a:xfrm xmlns:a="http://schemas.openxmlformats.org/drawingml/2006/main" rot="8302085">
            <a:off x="16798285" y="-447168"/>
            <a:ext cx="7736073" cy="729107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88" name="Google Shape;880;g3ad6f6c8ad2_0_4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b669985ee449d7">
            <a:alphaModFix/>
          </a:blip>
          <a:srcRect xmlns:a="http://schemas.openxmlformats.org/drawingml/2006/main" l="9379" t="0" r="0" b="0"/>
          <a:stretch xmlns:a="http://schemas.openxmlformats.org/drawingml/2006/main"/>
        </p:blipFill>
        <p:spPr>
          <a:xfrm xmlns:a="http://schemas.openxmlformats.org/drawingml/2006/main" rot="-251243">
            <a:off x="16317211" y="5312762"/>
            <a:ext cx="9303007" cy="10173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345702587"/>
      </p:ext>
    </p:extLst>
  </p:cSld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5E5E5E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2026-08-26T12:36:48.3320000Z</dcterms:created>
  <dcterms:modified xsi:type="dcterms:W3CDTF">2026-08-26T12:36:48.3320000Z</dcterms:modified>
</coreProperties>
</file>
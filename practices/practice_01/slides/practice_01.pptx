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Practice 1 - AI Engineering Tools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Context Pack, problem framing, ADR, test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Контекст и 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context.md - Context Pack</a:t>
            </a:r>
          </a:p>
          <a:p>
            <a:pPr>
              <a:defRPr sz="2000"/>
            </a:pPr>
            <a:r>
              <a:t>problem.md - метрики и baseline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Анализ AS IS / TO 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analysis.md - разрыв между текущим и целевым состоянием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&amp; Project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Gherkin-сценарии, roadmap в mermaid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Архитектурная схема и принятые решения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Тестирование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unit / integration / load / e2e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Промпты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P1-01, P1-02 - разбор и результаты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